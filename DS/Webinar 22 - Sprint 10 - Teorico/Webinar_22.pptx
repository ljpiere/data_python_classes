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5"/>
  </p:notesMasterIdLst>
  <p:sldIdLst>
    <p:sldId id="256" r:id="rId2"/>
    <p:sldId id="258" r:id="rId3"/>
    <p:sldId id="305" r:id="rId4"/>
    <p:sldId id="275" r:id="rId5"/>
    <p:sldId id="278" r:id="rId6"/>
    <p:sldId id="264" r:id="rId7"/>
    <p:sldId id="329" r:id="rId8"/>
    <p:sldId id="326" r:id="rId9"/>
    <p:sldId id="330" r:id="rId10"/>
    <p:sldId id="331" r:id="rId11"/>
    <p:sldId id="332" r:id="rId12"/>
    <p:sldId id="333" r:id="rId13"/>
    <p:sldId id="334" r:id="rId14"/>
    <p:sldId id="316" r:id="rId15"/>
    <p:sldId id="304" r:id="rId16"/>
    <p:sldId id="306" r:id="rId17"/>
    <p:sldId id="281" r:id="rId18"/>
    <p:sldId id="274" r:id="rId19"/>
    <p:sldId id="263" r:id="rId20"/>
    <p:sldId id="265" r:id="rId21"/>
    <p:sldId id="266" r:id="rId22"/>
    <p:sldId id="267" r:id="rId23"/>
    <p:sldId id="268" r:id="rId24"/>
    <p:sldId id="269" r:id="rId25"/>
    <p:sldId id="270" r:id="rId26"/>
    <p:sldId id="271" r:id="rId27"/>
    <p:sldId id="272" r:id="rId28"/>
    <p:sldId id="273" r:id="rId29"/>
    <p:sldId id="276" r:id="rId30"/>
    <p:sldId id="279" r:id="rId31"/>
    <p:sldId id="280"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9144000" cy="5143500" type="screen16x9"/>
  <p:notesSz cx="6858000" cy="9144000"/>
  <p:embeddedFontLst>
    <p:embeddedFont>
      <p:font typeface="Inter" panose="020B0604020202020204" charset="0"/>
      <p:regular r:id="rId56"/>
      <p:bold r:id="rId57"/>
      <p:italic r:id="rId58"/>
      <p:boldItalic r:id="rId59"/>
    </p:embeddedFont>
    <p:embeddedFont>
      <p:font typeface="Inter ExtraBold" panose="020B0604020202020204" charset="0"/>
      <p:bold r:id="rId60"/>
      <p:boldItalic r:id="rId61"/>
    </p:embeddedFont>
    <p:embeddedFont>
      <p:font typeface="Inter Medium" panose="020B0604020202020204" charset="0"/>
      <p:regular r:id="rId62"/>
      <p:bold r:id="rId63"/>
      <p:italic r:id="rId64"/>
      <p:boldItalic r:id="rId65"/>
    </p:embeddedFont>
    <p:embeddedFont>
      <p:font typeface="Inter SemiBold" panose="020B0604020202020204" charset="0"/>
      <p:regular r:id="rId66"/>
      <p:bold r:id="rId67"/>
      <p:italic r:id="rId68"/>
      <p:boldItalic r:id="rId69"/>
    </p:embeddedFont>
    <p:embeddedFont>
      <p:font typeface="Roboto Mono" panose="00000009000000000000" pitchFamily="49"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34C332-4CEE-17F6-83E5-BD193F3BFD6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BA87B82-9237-82CA-F3A4-32EABEECC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5D79E13-2B7B-0E23-6764-03720D98A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33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BB3D8024-54C8-2CD8-720A-703D67825D8A}"/>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D03578FE-6020-9176-3591-4B5A2863FD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E50D3AF1-34F6-7C22-4E06-88DFCA7D70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305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548518E-24B7-ADE4-DDE7-8BA063773132}"/>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D10D37C9-28DE-0FD9-30B2-07CFC96471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A57E9AF-DC16-278B-6439-6AFB85ECAF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96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AF0029F6-12C4-3F67-9AD5-E596BDC2158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29A5734-84E8-52C0-6CB8-49F6EA4AF5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03400FD2-EA22-DFE3-D4AF-EC93794A8A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1208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89368EC-2191-1E1B-0CC7-FEA05AEEFF9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B2D8AB97-2656-DD90-34FD-75C1C63C0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5DE18D7C-B315-7AE9-F411-52DFDBFF4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1377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CF40480-A2A8-414E-9B14-DC61A164CC2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518D673E-6273-B611-C9BA-BBADE7202D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66C3AE7-5EF8-18C6-8F1E-3F31D0CFE1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6518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6" Type="http://schemas.openxmlformats.org/officeDocument/2006/relationships/image" Target="../media/image42.png"/><Relationship Id="rId21" Type="http://schemas.openxmlformats.org/officeDocument/2006/relationships/image" Target="../media/image37.png"/><Relationship Id="rId34" Type="http://schemas.openxmlformats.org/officeDocument/2006/relationships/image" Target="../media/image50.png"/><Relationship Id="rId42" Type="http://schemas.openxmlformats.org/officeDocument/2006/relationships/image" Target="../media/image58.png"/><Relationship Id="rId47" Type="http://schemas.openxmlformats.org/officeDocument/2006/relationships/image" Target="../media/image63.png"/><Relationship Id="rId50" Type="http://schemas.openxmlformats.org/officeDocument/2006/relationships/image" Target="../media/image66.png"/><Relationship Id="rId55" Type="http://schemas.openxmlformats.org/officeDocument/2006/relationships/image" Target="../media/image71.png"/><Relationship Id="rId63" Type="http://schemas.openxmlformats.org/officeDocument/2006/relationships/image" Target="../media/image78.png"/><Relationship Id="rId68" Type="http://schemas.openxmlformats.org/officeDocument/2006/relationships/image" Target="../media/image83.png"/><Relationship Id="rId7" Type="http://schemas.openxmlformats.org/officeDocument/2006/relationships/image" Target="../media/image23.png"/><Relationship Id="rId2" Type="http://schemas.openxmlformats.org/officeDocument/2006/relationships/notesSlide" Target="../notesSlides/notesSlide34.xml"/><Relationship Id="rId16" Type="http://schemas.openxmlformats.org/officeDocument/2006/relationships/image" Target="../media/image32.png"/><Relationship Id="rId29" Type="http://schemas.openxmlformats.org/officeDocument/2006/relationships/image" Target="../media/image45.png"/><Relationship Id="rId11" Type="http://schemas.openxmlformats.org/officeDocument/2006/relationships/image" Target="../media/image27.png"/><Relationship Id="rId24" Type="http://schemas.openxmlformats.org/officeDocument/2006/relationships/image" Target="../media/image40.png"/><Relationship Id="rId32" Type="http://schemas.openxmlformats.org/officeDocument/2006/relationships/image" Target="../media/image48.png"/><Relationship Id="rId37" Type="http://schemas.openxmlformats.org/officeDocument/2006/relationships/image" Target="../media/image53.png"/><Relationship Id="rId40" Type="http://schemas.openxmlformats.org/officeDocument/2006/relationships/image" Target="../media/image56.png"/><Relationship Id="rId45" Type="http://schemas.openxmlformats.org/officeDocument/2006/relationships/image" Target="../media/image61.png"/><Relationship Id="rId53" Type="http://schemas.openxmlformats.org/officeDocument/2006/relationships/image" Target="../media/image69.png"/><Relationship Id="rId58" Type="http://schemas.openxmlformats.org/officeDocument/2006/relationships/image" Target="../media/image15.png"/><Relationship Id="rId66" Type="http://schemas.openxmlformats.org/officeDocument/2006/relationships/image" Target="../media/image81.png"/><Relationship Id="rId5" Type="http://schemas.openxmlformats.org/officeDocument/2006/relationships/image" Target="../media/image21.png"/><Relationship Id="rId61" Type="http://schemas.openxmlformats.org/officeDocument/2006/relationships/image" Target="../media/image76.png"/><Relationship Id="rId19" Type="http://schemas.openxmlformats.org/officeDocument/2006/relationships/image" Target="../media/image35.png"/><Relationship Id="rId14" Type="http://schemas.openxmlformats.org/officeDocument/2006/relationships/image" Target="../media/image30.png"/><Relationship Id="rId22" Type="http://schemas.openxmlformats.org/officeDocument/2006/relationships/image" Target="../media/image38.png"/><Relationship Id="rId27" Type="http://schemas.openxmlformats.org/officeDocument/2006/relationships/image" Target="../media/image43.png"/><Relationship Id="rId30" Type="http://schemas.openxmlformats.org/officeDocument/2006/relationships/image" Target="../media/image46.png"/><Relationship Id="rId35" Type="http://schemas.openxmlformats.org/officeDocument/2006/relationships/image" Target="../media/image51.png"/><Relationship Id="rId43" Type="http://schemas.openxmlformats.org/officeDocument/2006/relationships/image" Target="../media/image59.png"/><Relationship Id="rId48" Type="http://schemas.openxmlformats.org/officeDocument/2006/relationships/image" Target="../media/image64.png"/><Relationship Id="rId56" Type="http://schemas.openxmlformats.org/officeDocument/2006/relationships/image" Target="../media/image72.png"/><Relationship Id="rId64" Type="http://schemas.openxmlformats.org/officeDocument/2006/relationships/image" Target="../media/image79.png"/><Relationship Id="rId8" Type="http://schemas.openxmlformats.org/officeDocument/2006/relationships/image" Target="../media/image24.png"/><Relationship Id="rId51" Type="http://schemas.openxmlformats.org/officeDocument/2006/relationships/image" Target="../media/image67.png"/><Relationship Id="rId3" Type="http://schemas.openxmlformats.org/officeDocument/2006/relationships/image" Target="../media/image19.pn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1.png"/><Relationship Id="rId33" Type="http://schemas.openxmlformats.org/officeDocument/2006/relationships/image" Target="../media/image49.png"/><Relationship Id="rId38" Type="http://schemas.openxmlformats.org/officeDocument/2006/relationships/image" Target="../media/image54.png"/><Relationship Id="rId46" Type="http://schemas.openxmlformats.org/officeDocument/2006/relationships/image" Target="../media/image62.png"/><Relationship Id="rId59" Type="http://schemas.openxmlformats.org/officeDocument/2006/relationships/image" Target="../media/image74.png"/><Relationship Id="rId67" Type="http://schemas.openxmlformats.org/officeDocument/2006/relationships/image" Target="../media/image82.png"/><Relationship Id="rId20" Type="http://schemas.openxmlformats.org/officeDocument/2006/relationships/image" Target="../media/image36.png"/><Relationship Id="rId41" Type="http://schemas.openxmlformats.org/officeDocument/2006/relationships/image" Target="../media/image57.png"/><Relationship Id="rId54" Type="http://schemas.openxmlformats.org/officeDocument/2006/relationships/image" Target="../media/image70.png"/><Relationship Id="rId62" Type="http://schemas.openxmlformats.org/officeDocument/2006/relationships/image" Target="../media/image77.png"/><Relationship Id="rId1" Type="http://schemas.openxmlformats.org/officeDocument/2006/relationships/slideLayout" Target="../slideLayouts/slideLayout11.xml"/><Relationship Id="rId6" Type="http://schemas.openxmlformats.org/officeDocument/2006/relationships/image" Target="../media/image22.png"/><Relationship Id="rId15" Type="http://schemas.openxmlformats.org/officeDocument/2006/relationships/image" Target="../media/image31.png"/><Relationship Id="rId23" Type="http://schemas.openxmlformats.org/officeDocument/2006/relationships/image" Target="../media/image39.png"/><Relationship Id="rId28" Type="http://schemas.openxmlformats.org/officeDocument/2006/relationships/image" Target="../media/image44.png"/><Relationship Id="rId36" Type="http://schemas.openxmlformats.org/officeDocument/2006/relationships/image" Target="../media/image52.png"/><Relationship Id="rId49" Type="http://schemas.openxmlformats.org/officeDocument/2006/relationships/image" Target="../media/image65.png"/><Relationship Id="rId57" Type="http://schemas.openxmlformats.org/officeDocument/2006/relationships/image" Target="../media/image73.png"/><Relationship Id="rId10" Type="http://schemas.openxmlformats.org/officeDocument/2006/relationships/image" Target="../media/image26.png"/><Relationship Id="rId31" Type="http://schemas.openxmlformats.org/officeDocument/2006/relationships/image" Target="../media/image47.png"/><Relationship Id="rId44" Type="http://schemas.openxmlformats.org/officeDocument/2006/relationships/image" Target="../media/image60.png"/><Relationship Id="rId52" Type="http://schemas.openxmlformats.org/officeDocument/2006/relationships/image" Target="../media/image68.png"/><Relationship Id="rId60" Type="http://schemas.openxmlformats.org/officeDocument/2006/relationships/image" Target="../media/image75.png"/><Relationship Id="rId65" Type="http://schemas.openxmlformats.org/officeDocument/2006/relationships/image" Target="../media/image80.png"/><Relationship Id="rId4" Type="http://schemas.openxmlformats.org/officeDocument/2006/relationships/image" Target="../media/image20.png"/><Relationship Id="rId9" Type="http://schemas.openxmlformats.org/officeDocument/2006/relationships/image" Target="../media/image25.png"/><Relationship Id="rId13" Type="http://schemas.openxmlformats.org/officeDocument/2006/relationships/image" Target="../media/image29.png"/><Relationship Id="rId18" Type="http://schemas.openxmlformats.org/officeDocument/2006/relationships/image" Target="../media/image34.png"/><Relationship Id="rId39" Type="http://schemas.openxmlformats.org/officeDocument/2006/relationships/image" Target="../media/image55.png"/></Relationships>
</file>

<file path=ppt/slides/_rels/slide35.xml.rels><?xml version="1.0" encoding="UTF-8" standalone="yes"?>
<Relationships xmlns="http://schemas.openxmlformats.org/package/2006/relationships"><Relationship Id="rId13" Type="http://schemas.openxmlformats.org/officeDocument/2006/relationships/image" Target="../media/image94.png"/><Relationship Id="rId18" Type="http://schemas.openxmlformats.org/officeDocument/2006/relationships/image" Target="../media/image99.png"/><Relationship Id="rId26" Type="http://schemas.openxmlformats.org/officeDocument/2006/relationships/image" Target="../media/image107.png"/><Relationship Id="rId39" Type="http://schemas.openxmlformats.org/officeDocument/2006/relationships/image" Target="../media/image120.png"/><Relationship Id="rId21" Type="http://schemas.openxmlformats.org/officeDocument/2006/relationships/image" Target="../media/image102.png"/><Relationship Id="rId34" Type="http://schemas.openxmlformats.org/officeDocument/2006/relationships/image" Target="../media/image115.png"/><Relationship Id="rId42" Type="http://schemas.openxmlformats.org/officeDocument/2006/relationships/image" Target="../media/image123.png"/><Relationship Id="rId47" Type="http://schemas.openxmlformats.org/officeDocument/2006/relationships/image" Target="../media/image128.png"/><Relationship Id="rId50" Type="http://schemas.openxmlformats.org/officeDocument/2006/relationships/image" Target="../media/image131.png"/><Relationship Id="rId55" Type="http://schemas.openxmlformats.org/officeDocument/2006/relationships/image" Target="../media/image136.png"/><Relationship Id="rId63" Type="http://schemas.openxmlformats.org/officeDocument/2006/relationships/image" Target="../media/image144.png"/><Relationship Id="rId7" Type="http://schemas.openxmlformats.org/officeDocument/2006/relationships/image" Target="../media/image88.png"/><Relationship Id="rId2" Type="http://schemas.openxmlformats.org/officeDocument/2006/relationships/notesSlide" Target="../notesSlides/notesSlide35.xml"/><Relationship Id="rId16" Type="http://schemas.openxmlformats.org/officeDocument/2006/relationships/image" Target="../media/image97.png"/><Relationship Id="rId29" Type="http://schemas.openxmlformats.org/officeDocument/2006/relationships/image" Target="../media/image110.png"/><Relationship Id="rId11" Type="http://schemas.openxmlformats.org/officeDocument/2006/relationships/image" Target="../media/image92.png"/><Relationship Id="rId24" Type="http://schemas.openxmlformats.org/officeDocument/2006/relationships/image" Target="../media/image105.png"/><Relationship Id="rId32" Type="http://schemas.openxmlformats.org/officeDocument/2006/relationships/image" Target="../media/image113.png"/><Relationship Id="rId37" Type="http://schemas.openxmlformats.org/officeDocument/2006/relationships/image" Target="../media/image118.png"/><Relationship Id="rId40" Type="http://schemas.openxmlformats.org/officeDocument/2006/relationships/image" Target="../media/image121.png"/><Relationship Id="rId45" Type="http://schemas.openxmlformats.org/officeDocument/2006/relationships/image" Target="../media/image126.png"/><Relationship Id="rId53" Type="http://schemas.openxmlformats.org/officeDocument/2006/relationships/image" Target="../media/image134.png"/><Relationship Id="rId58" Type="http://schemas.openxmlformats.org/officeDocument/2006/relationships/image" Target="../media/image139.png"/><Relationship Id="rId5" Type="http://schemas.openxmlformats.org/officeDocument/2006/relationships/image" Target="../media/image86.png"/><Relationship Id="rId61" Type="http://schemas.openxmlformats.org/officeDocument/2006/relationships/image" Target="../media/image142.png"/><Relationship Id="rId19" Type="http://schemas.openxmlformats.org/officeDocument/2006/relationships/image" Target="../media/image100.png"/><Relationship Id="rId14" Type="http://schemas.openxmlformats.org/officeDocument/2006/relationships/image" Target="../media/image95.png"/><Relationship Id="rId22" Type="http://schemas.openxmlformats.org/officeDocument/2006/relationships/image" Target="../media/image103.png"/><Relationship Id="rId27" Type="http://schemas.openxmlformats.org/officeDocument/2006/relationships/image" Target="../media/image108.png"/><Relationship Id="rId30" Type="http://schemas.openxmlformats.org/officeDocument/2006/relationships/image" Target="../media/image111.png"/><Relationship Id="rId35" Type="http://schemas.openxmlformats.org/officeDocument/2006/relationships/image" Target="../media/image116.png"/><Relationship Id="rId43" Type="http://schemas.openxmlformats.org/officeDocument/2006/relationships/image" Target="../media/image124.png"/><Relationship Id="rId48" Type="http://schemas.openxmlformats.org/officeDocument/2006/relationships/image" Target="../media/image129.png"/><Relationship Id="rId56" Type="http://schemas.openxmlformats.org/officeDocument/2006/relationships/image" Target="../media/image137.png"/><Relationship Id="rId8" Type="http://schemas.openxmlformats.org/officeDocument/2006/relationships/image" Target="../media/image89.png"/><Relationship Id="rId51" Type="http://schemas.openxmlformats.org/officeDocument/2006/relationships/image" Target="../media/image132.png"/><Relationship Id="rId3" Type="http://schemas.openxmlformats.org/officeDocument/2006/relationships/image" Target="../media/image84.png"/><Relationship Id="rId12" Type="http://schemas.openxmlformats.org/officeDocument/2006/relationships/image" Target="../media/image93.png"/><Relationship Id="rId17" Type="http://schemas.openxmlformats.org/officeDocument/2006/relationships/image" Target="../media/image98.png"/><Relationship Id="rId25" Type="http://schemas.openxmlformats.org/officeDocument/2006/relationships/image" Target="../media/image106.png"/><Relationship Id="rId33" Type="http://schemas.openxmlformats.org/officeDocument/2006/relationships/image" Target="../media/image114.png"/><Relationship Id="rId38" Type="http://schemas.openxmlformats.org/officeDocument/2006/relationships/image" Target="../media/image119.png"/><Relationship Id="rId46" Type="http://schemas.openxmlformats.org/officeDocument/2006/relationships/image" Target="../media/image127.png"/><Relationship Id="rId59" Type="http://schemas.openxmlformats.org/officeDocument/2006/relationships/image" Target="../media/image140.png"/><Relationship Id="rId20" Type="http://schemas.openxmlformats.org/officeDocument/2006/relationships/image" Target="../media/image101.png"/><Relationship Id="rId41" Type="http://schemas.openxmlformats.org/officeDocument/2006/relationships/image" Target="../media/image122.png"/><Relationship Id="rId54" Type="http://schemas.openxmlformats.org/officeDocument/2006/relationships/image" Target="../media/image135.png"/><Relationship Id="rId62" Type="http://schemas.openxmlformats.org/officeDocument/2006/relationships/image" Target="../media/image143.png"/><Relationship Id="rId1" Type="http://schemas.openxmlformats.org/officeDocument/2006/relationships/slideLayout" Target="../slideLayouts/slideLayout11.xml"/><Relationship Id="rId6" Type="http://schemas.openxmlformats.org/officeDocument/2006/relationships/image" Target="../media/image87.png"/><Relationship Id="rId15" Type="http://schemas.openxmlformats.org/officeDocument/2006/relationships/image" Target="../media/image96.png"/><Relationship Id="rId23" Type="http://schemas.openxmlformats.org/officeDocument/2006/relationships/image" Target="../media/image104.png"/><Relationship Id="rId28" Type="http://schemas.openxmlformats.org/officeDocument/2006/relationships/image" Target="../media/image109.png"/><Relationship Id="rId36" Type="http://schemas.openxmlformats.org/officeDocument/2006/relationships/image" Target="../media/image117.png"/><Relationship Id="rId49" Type="http://schemas.openxmlformats.org/officeDocument/2006/relationships/image" Target="../media/image130.png"/><Relationship Id="rId57" Type="http://schemas.openxmlformats.org/officeDocument/2006/relationships/image" Target="../media/image138.png"/><Relationship Id="rId10" Type="http://schemas.openxmlformats.org/officeDocument/2006/relationships/image" Target="../media/image91.png"/><Relationship Id="rId31" Type="http://schemas.openxmlformats.org/officeDocument/2006/relationships/image" Target="../media/image112.png"/><Relationship Id="rId44" Type="http://schemas.openxmlformats.org/officeDocument/2006/relationships/image" Target="../media/image125.png"/><Relationship Id="rId52" Type="http://schemas.openxmlformats.org/officeDocument/2006/relationships/image" Target="../media/image133.png"/><Relationship Id="rId60" Type="http://schemas.openxmlformats.org/officeDocument/2006/relationships/image" Target="../media/image141.png"/><Relationship Id="rId4" Type="http://schemas.openxmlformats.org/officeDocument/2006/relationships/image" Target="../media/image85.png"/><Relationship Id="rId9" Type="http://schemas.openxmlformats.org/officeDocument/2006/relationships/image" Target="../media/image90.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4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4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4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2.png"/><Relationship Id="rId4" Type="http://schemas.openxmlformats.org/officeDocument/2006/relationships/image" Target="../media/image161.png"/></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5.png"/><Relationship Id="rId4" Type="http://schemas.openxmlformats.org/officeDocument/2006/relationships/image" Target="../media/image164.png"/></Relationships>
</file>

<file path=ppt/slides/_rels/slide4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7.png"/></Relationships>
</file>

<file path=ppt/slides/_rels/slide4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5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77.png"/></Relationships>
</file>

<file path=ppt/slides/_rels/slide51.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51.xml"/><Relationship Id="rId1" Type="http://schemas.openxmlformats.org/officeDocument/2006/relationships/slideLayout" Target="../slideLayouts/slideLayout11.xml"/><Relationship Id="rId4" Type="http://schemas.openxmlformats.org/officeDocument/2006/relationships/image" Target="../media/image179.png"/></Relationships>
</file>

<file path=ppt/slides/_rels/slide5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2.xml"/><Relationship Id="rId1" Type="http://schemas.openxmlformats.org/officeDocument/2006/relationships/slideLayout" Target="../slideLayouts/slideLayout11.xml"/><Relationship Id="rId5" Type="http://schemas.openxmlformats.org/officeDocument/2006/relationships/image" Target="../media/image182.png"/><Relationship Id="rId4" Type="http://schemas.openxmlformats.org/officeDocument/2006/relationships/image" Target="../media/image181.png"/></Relationships>
</file>

<file path=ppt/slides/_rels/slide53.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22 - Sprint 10</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Evaluación de nuestros modelos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Codificaciones y preprocesamiento</a:t>
            </a:r>
          </a:p>
          <a:p>
            <a:pPr marL="457200" lvl="0" indent="-381000" algn="l" rtl="0">
              <a:spcBef>
                <a:spcPts val="0"/>
              </a:spcBef>
              <a:spcAft>
                <a:spcPts val="0"/>
              </a:spcAft>
              <a:buClr>
                <a:srgbClr val="1A1A1A"/>
              </a:buClr>
              <a:buSzPts val="2400"/>
              <a:buFont typeface="Inter"/>
              <a:buAutoNum type="arabicPeriod"/>
            </a:pPr>
            <a:r>
              <a:rPr lang="es-ES" sz="2400" dirty="0">
                <a:solidFill>
                  <a:srgbClr val="1A1A1A"/>
                </a:solidFill>
                <a:latin typeface="Inter"/>
                <a:ea typeface="Inter"/>
                <a:cs typeface="Inter"/>
                <a:sym typeface="Inter"/>
              </a:rPr>
              <a:t>Modelado y evaluación de clasificación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Métricas de regresión</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Comprender los diferentes métodos de codificación de variables categóricas y numéricas.</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Aplicar técnicas de evaluación de modelos de clasificación y regresión.</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Experimentar manejo de desequilibrio de clases y analizar su impacto.</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Hablemos de matemáticas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52F296C-0E29-3E49-1571-ABBA6421E72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D80383A-25F9-9B14-EFBE-23F434776F9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DEBD199-7431-5D9F-CF7E-020DA5A0FDAE}"/>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No hay que confundir nuestro modelo</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4259602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B6119189-85AE-66C1-BD53-ADD0C011103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8B96DDF6-7C80-4044-89D4-A02523F8026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08181123-BEB7-E97E-EFCE-048F7A3BBA51}"/>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Imagina multiples dimensiones</a:t>
            </a:r>
            <a:endParaRPr sz="4000" dirty="0">
              <a:solidFill>
                <a:srgbClr val="1A1A1A"/>
              </a:solidFill>
              <a:latin typeface="Inter ExtraBold"/>
              <a:ea typeface="Inter ExtraBold"/>
              <a:cs typeface="Inter ExtraBold"/>
              <a:sym typeface="Inter ExtraBold"/>
            </a:endParaRPr>
          </a:p>
        </p:txBody>
      </p:sp>
      <p:pic>
        <p:nvPicPr>
          <p:cNvPr id="1026" name="Picture 2" descr="3 Regresión lineal múltiple | Modelos de Regresión con R">
            <a:extLst>
              <a:ext uri="{FF2B5EF4-FFF2-40B4-BE49-F238E27FC236}">
                <a16:creationId xmlns:a16="http://schemas.microsoft.com/office/drawing/2014/main" id="{A10F5EF3-F8DB-EBB6-3BEC-23640F73509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211" b="8704"/>
          <a:stretch/>
        </p:blipFill>
        <p:spPr bwMode="auto">
          <a:xfrm>
            <a:off x="1005722" y="1225164"/>
            <a:ext cx="6702905" cy="3642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107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7271E180-5574-141B-2F79-89B95BFAF28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831DA765-3109-F23C-8508-66F4B03361B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2BBC852-E191-DBF8-5AC7-D4D916AF015D}"/>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Exactitud y precisión</a:t>
            </a:r>
            <a:endParaRPr sz="4000" dirty="0">
              <a:solidFill>
                <a:srgbClr val="1A1A1A"/>
              </a:solidFill>
              <a:latin typeface="Inter ExtraBold"/>
              <a:ea typeface="Inter ExtraBold"/>
              <a:cs typeface="Inter ExtraBold"/>
              <a:sym typeface="Inter ExtraBold"/>
            </a:endParaRPr>
          </a:p>
        </p:txBody>
      </p:sp>
      <p:pic>
        <p:nvPicPr>
          <p:cNvPr id="2050" name="Picture 2" descr="Precisión o exactitud? IMSystems">
            <a:extLst>
              <a:ext uri="{FF2B5EF4-FFF2-40B4-BE49-F238E27FC236}">
                <a16:creationId xmlns:a16="http://schemas.microsoft.com/office/drawing/2014/main" id="{A1A46BCE-2C11-AF97-B8A5-DDE07B530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5859" y="1235887"/>
            <a:ext cx="6510277" cy="3907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04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3037EF05-B6E6-208A-58E0-2728F4C4B4DD}"/>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11C17DFF-CBCE-1E4B-AE8C-D5AC8FAFA57F}"/>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FB0595C-CD7B-E10D-FABC-B5E64BCE3223}"/>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Como gatos y perros</a:t>
            </a:r>
            <a:endParaRPr sz="4000" dirty="0">
              <a:solidFill>
                <a:srgbClr val="1A1A1A"/>
              </a:solidFill>
              <a:latin typeface="Inter ExtraBold"/>
              <a:ea typeface="Inter ExtraBold"/>
              <a:cs typeface="Inter ExtraBold"/>
              <a:sym typeface="Inter ExtraBold"/>
            </a:endParaRPr>
          </a:p>
        </p:txBody>
      </p:sp>
      <p:pic>
        <p:nvPicPr>
          <p:cNvPr id="3" name="Gráfico 2" descr="Cachorrito 2 con relleno sólido">
            <a:extLst>
              <a:ext uri="{FF2B5EF4-FFF2-40B4-BE49-F238E27FC236}">
                <a16:creationId xmlns:a16="http://schemas.microsoft.com/office/drawing/2014/main" id="{F842C2D7-7523-EC30-ED4B-2A14F7F165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67292" y="1994857"/>
            <a:ext cx="914400" cy="914400"/>
          </a:xfrm>
          <a:prstGeom prst="rect">
            <a:avLst/>
          </a:prstGeom>
        </p:spPr>
      </p:pic>
      <p:pic>
        <p:nvPicPr>
          <p:cNvPr id="5" name="Gráfico 4" descr="Gatito con relleno sólido">
            <a:extLst>
              <a:ext uri="{FF2B5EF4-FFF2-40B4-BE49-F238E27FC236}">
                <a16:creationId xmlns:a16="http://schemas.microsoft.com/office/drawing/2014/main" id="{76762A31-2DE6-7C3A-E4F1-1495662A34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4274" y="1994857"/>
            <a:ext cx="914400" cy="914400"/>
          </a:xfrm>
          <a:prstGeom prst="rect">
            <a:avLst/>
          </a:prstGeom>
        </p:spPr>
      </p:pic>
      <p:pic>
        <p:nvPicPr>
          <p:cNvPr id="6" name="Gráfico 5" descr="Cachorrito 2 con relleno sólido">
            <a:extLst>
              <a:ext uri="{FF2B5EF4-FFF2-40B4-BE49-F238E27FC236}">
                <a16:creationId xmlns:a16="http://schemas.microsoft.com/office/drawing/2014/main" id="{B4AA49FA-01AB-A42C-D18E-C01824603C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56408" y="3453729"/>
            <a:ext cx="914400" cy="914400"/>
          </a:xfrm>
          <a:prstGeom prst="rect">
            <a:avLst/>
          </a:prstGeom>
        </p:spPr>
      </p:pic>
      <p:pic>
        <p:nvPicPr>
          <p:cNvPr id="7" name="Gráfico 6" descr="Cachorrito 2 con relleno sólido">
            <a:extLst>
              <a:ext uri="{FF2B5EF4-FFF2-40B4-BE49-F238E27FC236}">
                <a16:creationId xmlns:a16="http://schemas.microsoft.com/office/drawing/2014/main" id="{07FBF1F4-127B-8239-29C6-7C8ED59687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9092" y="2724293"/>
            <a:ext cx="914400" cy="914400"/>
          </a:xfrm>
          <a:prstGeom prst="rect">
            <a:avLst/>
          </a:prstGeom>
        </p:spPr>
      </p:pic>
      <p:pic>
        <p:nvPicPr>
          <p:cNvPr id="8" name="Gráfico 7" descr="Cachorrito 2 con relleno sólido">
            <a:extLst>
              <a:ext uri="{FF2B5EF4-FFF2-40B4-BE49-F238E27FC236}">
                <a16:creationId xmlns:a16="http://schemas.microsoft.com/office/drawing/2014/main" id="{277BFA84-5374-9482-5F26-4896790063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67292" y="2724293"/>
            <a:ext cx="914400" cy="914400"/>
          </a:xfrm>
          <a:prstGeom prst="rect">
            <a:avLst/>
          </a:prstGeom>
        </p:spPr>
      </p:pic>
      <p:pic>
        <p:nvPicPr>
          <p:cNvPr id="9" name="Gráfico 8" descr="Cachorrito 2 con relleno sólido">
            <a:extLst>
              <a:ext uri="{FF2B5EF4-FFF2-40B4-BE49-F238E27FC236}">
                <a16:creationId xmlns:a16="http://schemas.microsoft.com/office/drawing/2014/main" id="{2BB3E344-EF72-1ED8-4AE5-2EC64AC977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01776" y="1994857"/>
            <a:ext cx="914400" cy="914400"/>
          </a:xfrm>
          <a:prstGeom prst="rect">
            <a:avLst/>
          </a:prstGeom>
        </p:spPr>
      </p:pic>
      <p:pic>
        <p:nvPicPr>
          <p:cNvPr id="10" name="Gráfico 9" descr="Cachorrito 2 con relleno sólido">
            <a:extLst>
              <a:ext uri="{FF2B5EF4-FFF2-40B4-BE49-F238E27FC236}">
                <a16:creationId xmlns:a16="http://schemas.microsoft.com/office/drawing/2014/main" id="{A0D53581-A564-7C6C-A20A-7EF621FDDF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94608" y="3453729"/>
            <a:ext cx="914400" cy="914400"/>
          </a:xfrm>
          <a:prstGeom prst="rect">
            <a:avLst/>
          </a:prstGeom>
        </p:spPr>
      </p:pic>
      <p:pic>
        <p:nvPicPr>
          <p:cNvPr id="11" name="Gráfico 10" descr="Cachorrito 2 con relleno sólido">
            <a:extLst>
              <a:ext uri="{FF2B5EF4-FFF2-40B4-BE49-F238E27FC236}">
                <a16:creationId xmlns:a16="http://schemas.microsoft.com/office/drawing/2014/main" id="{9630A741-8FD1-4072-7A06-3325AFD42F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8209" y="3453729"/>
            <a:ext cx="914400" cy="914400"/>
          </a:xfrm>
          <a:prstGeom prst="rect">
            <a:avLst/>
          </a:prstGeom>
        </p:spPr>
      </p:pic>
      <p:pic>
        <p:nvPicPr>
          <p:cNvPr id="12" name="Gráfico 11" descr="Cachorrito 2 con relleno sólido">
            <a:extLst>
              <a:ext uri="{FF2B5EF4-FFF2-40B4-BE49-F238E27FC236}">
                <a16:creationId xmlns:a16="http://schemas.microsoft.com/office/drawing/2014/main" id="{78505DB2-BFDD-4CA4-C919-4A12E947AF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90893" y="2724293"/>
            <a:ext cx="914400" cy="914400"/>
          </a:xfrm>
          <a:prstGeom prst="rect">
            <a:avLst/>
          </a:prstGeom>
        </p:spPr>
      </p:pic>
      <p:pic>
        <p:nvPicPr>
          <p:cNvPr id="13" name="Gráfico 12" descr="Cachorrito 2 con relleno sólido">
            <a:extLst>
              <a:ext uri="{FF2B5EF4-FFF2-40B4-BE49-F238E27FC236}">
                <a16:creationId xmlns:a16="http://schemas.microsoft.com/office/drawing/2014/main" id="{5973451B-1963-DBDC-6B10-B686186D67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3577" y="1994857"/>
            <a:ext cx="914400" cy="914400"/>
          </a:xfrm>
          <a:prstGeom prst="rect">
            <a:avLst/>
          </a:prstGeom>
        </p:spPr>
      </p:pic>
      <p:pic>
        <p:nvPicPr>
          <p:cNvPr id="20" name="Gráfico 19" descr="Cachorrito 2 con relleno sólido">
            <a:extLst>
              <a:ext uri="{FF2B5EF4-FFF2-40B4-BE49-F238E27FC236}">
                <a16:creationId xmlns:a16="http://schemas.microsoft.com/office/drawing/2014/main" id="{627E1A44-DFE1-42F2-B988-6D8381126B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8894" y="3453729"/>
            <a:ext cx="914400" cy="914400"/>
          </a:xfrm>
          <a:prstGeom prst="rect">
            <a:avLst/>
          </a:prstGeom>
        </p:spPr>
      </p:pic>
      <p:pic>
        <p:nvPicPr>
          <p:cNvPr id="21" name="Gráfico 20" descr="Cachorrito 2 con relleno sólido">
            <a:extLst>
              <a:ext uri="{FF2B5EF4-FFF2-40B4-BE49-F238E27FC236}">
                <a16:creationId xmlns:a16="http://schemas.microsoft.com/office/drawing/2014/main" id="{46476287-CDAB-BD51-D997-30CAC3070F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01578" y="2724293"/>
            <a:ext cx="914400" cy="914400"/>
          </a:xfrm>
          <a:prstGeom prst="rect">
            <a:avLst/>
          </a:prstGeom>
        </p:spPr>
      </p:pic>
      <p:pic>
        <p:nvPicPr>
          <p:cNvPr id="22" name="Gráfico 21" descr="Cachorrito 2 con relleno sólido">
            <a:extLst>
              <a:ext uri="{FF2B5EF4-FFF2-40B4-BE49-F238E27FC236}">
                <a16:creationId xmlns:a16="http://schemas.microsoft.com/office/drawing/2014/main" id="{AD451C30-6D77-C0A7-E6E2-4AF7446C77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74262" y="1994857"/>
            <a:ext cx="914400" cy="914400"/>
          </a:xfrm>
          <a:prstGeom prst="rect">
            <a:avLst/>
          </a:prstGeom>
        </p:spPr>
      </p:pic>
      <p:pic>
        <p:nvPicPr>
          <p:cNvPr id="23" name="Gráfico 22" descr="Gatito con relleno sólido">
            <a:extLst>
              <a:ext uri="{FF2B5EF4-FFF2-40B4-BE49-F238E27FC236}">
                <a16:creationId xmlns:a16="http://schemas.microsoft.com/office/drawing/2014/main" id="{0C1AA2A3-AAF2-981D-9B89-8041631DAA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4274" y="2724293"/>
            <a:ext cx="914400" cy="914400"/>
          </a:xfrm>
          <a:prstGeom prst="rect">
            <a:avLst/>
          </a:prstGeom>
        </p:spPr>
      </p:pic>
      <p:pic>
        <p:nvPicPr>
          <p:cNvPr id="24" name="Gráfico 23" descr="Gatito con relleno sólido">
            <a:extLst>
              <a:ext uri="{FF2B5EF4-FFF2-40B4-BE49-F238E27FC236}">
                <a16:creationId xmlns:a16="http://schemas.microsoft.com/office/drawing/2014/main" id="{1A32AADC-6F86-9860-0B6F-C92FB687134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4095" y="3453729"/>
            <a:ext cx="914400" cy="914400"/>
          </a:xfrm>
          <a:prstGeom prst="rect">
            <a:avLst/>
          </a:prstGeom>
        </p:spPr>
      </p:pic>
    </p:spTree>
    <p:extLst>
      <p:ext uri="{BB962C8B-B14F-4D97-AF65-F5344CB8AC3E}">
        <p14:creationId xmlns:p14="http://schemas.microsoft.com/office/powerpoint/2010/main" val="1874970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FBE3AB03-1FF5-943F-FC01-79167A815B66}"/>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EBF5395C-D693-463D-8641-FACD16E26B5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0C1F9EF6-B583-34D3-C595-850369CFFC5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Balancear</a:t>
            </a:r>
            <a:endParaRPr sz="4000" dirty="0">
              <a:solidFill>
                <a:srgbClr val="1A1A1A"/>
              </a:solidFill>
              <a:latin typeface="Inter ExtraBold"/>
              <a:ea typeface="Inter ExtraBold"/>
              <a:cs typeface="Inter ExtraBold"/>
              <a:sym typeface="Inter ExtraBold"/>
            </a:endParaRPr>
          </a:p>
        </p:txBody>
      </p:sp>
      <p:pic>
        <p:nvPicPr>
          <p:cNvPr id="3074" name="Picture 2" descr="Cómo mejorar el desempeño de una red neuronal para clasificación cuando hay  desbalance de clases">
            <a:extLst>
              <a:ext uri="{FF2B5EF4-FFF2-40B4-BE49-F238E27FC236}">
                <a16:creationId xmlns:a16="http://schemas.microsoft.com/office/drawing/2014/main" id="{E27E2654-BDF2-22DB-5287-07F80D4A9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464" y="1225164"/>
            <a:ext cx="6183072" cy="3842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431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4AFFB37-3D0B-AC3B-A959-A34927C50414}"/>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2C00E10-D789-B5D9-FF90-F873EFCE30E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06CFBD8A-BF7B-FC03-DD97-4BC6E911F35C}"/>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Precisión y Exacto</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7E6CC57E-09CC-050E-C8D5-63AA87B8E12A}"/>
              </a:ext>
            </a:extLst>
          </p:cNvPr>
          <p:cNvPicPr>
            <a:picLocks noChangeAspect="1"/>
          </p:cNvPicPr>
          <p:nvPr/>
        </p:nvPicPr>
        <p:blipFill>
          <a:blip r:embed="rId4"/>
          <a:stretch>
            <a:fillRect/>
          </a:stretch>
        </p:blipFill>
        <p:spPr>
          <a:xfrm>
            <a:off x="287886" y="1325593"/>
            <a:ext cx="8568227" cy="3392932"/>
          </a:xfrm>
          <a:prstGeom prst="rect">
            <a:avLst/>
          </a:prstGeom>
        </p:spPr>
      </p:pic>
    </p:spTree>
    <p:extLst>
      <p:ext uri="{BB962C8B-B14F-4D97-AF65-F5344CB8AC3E}">
        <p14:creationId xmlns:p14="http://schemas.microsoft.com/office/powerpoint/2010/main" val="1581979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La correcta transformación de los datos es fundamental</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Las métricas de evaluación permiten seleccionar el modelo</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El desbalanceo de clases puede degradar seriamente el rendimiento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TotalTime>
  <Words>1626</Words>
  <Application>Microsoft Office PowerPoint</Application>
  <PresentationFormat>Presentación en pantalla (16:9)</PresentationFormat>
  <Paragraphs>173</Paragraphs>
  <Slides>53</Slides>
  <Notes>53</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53</vt:i4>
      </vt:variant>
    </vt:vector>
  </HeadingPairs>
  <TitlesOfParts>
    <vt:vector size="60" baseType="lpstr">
      <vt:lpstr>Inter</vt:lpstr>
      <vt:lpstr>Inter ExtraBold</vt:lpstr>
      <vt:lpstr>Inter Medium</vt:lpstr>
      <vt:lpstr>Arial</vt:lpstr>
      <vt:lpstr>Inter SemiBold</vt:lpstr>
      <vt:lpstr>Roboto Mono</vt:lpstr>
      <vt:lpstr>Simple Light</vt:lpstr>
      <vt:lpstr>Webinar 22 - Sprint 10 Evaluación de nuestros modelos</vt:lpstr>
      <vt:lpstr>Agenda</vt:lpstr>
      <vt:lpstr>Acuerdos</vt:lpstr>
      <vt:lpstr>Objetivo</vt:lpstr>
      <vt:lpstr>Midamos los ánimos</vt:lpstr>
      <vt:lpstr>Recap</vt:lpstr>
      <vt:lpstr>Hablemos de matemáticas</vt:lpstr>
      <vt:lpstr>No hay que confundir nuestro modelo</vt:lpstr>
      <vt:lpstr>Imagina multiples dimensiones</vt:lpstr>
      <vt:lpstr>Exactitud y precisión</vt:lpstr>
      <vt:lpstr>Como gatos y perros</vt:lpstr>
      <vt:lpstr>Balancear</vt:lpstr>
      <vt:lpstr>Precisión y Exacto</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23</cp:revision>
  <dcterms:modified xsi:type="dcterms:W3CDTF">2025-05-27T15:22:30Z</dcterms:modified>
</cp:coreProperties>
</file>