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8"/>
  </p:notesMasterIdLst>
  <p:sldIdLst>
    <p:sldId id="256" r:id="rId2"/>
    <p:sldId id="258" r:id="rId3"/>
    <p:sldId id="305" r:id="rId4"/>
    <p:sldId id="275" r:id="rId5"/>
    <p:sldId id="278" r:id="rId6"/>
    <p:sldId id="264" r:id="rId7"/>
    <p:sldId id="277" r:id="rId8"/>
    <p:sldId id="304" r:id="rId9"/>
    <p:sldId id="306" r:id="rId10"/>
    <p:sldId id="281" r:id="rId11"/>
    <p:sldId id="263" r:id="rId12"/>
    <p:sldId id="265" r:id="rId13"/>
    <p:sldId id="266" r:id="rId14"/>
    <p:sldId id="267" r:id="rId15"/>
    <p:sldId id="268" r:id="rId16"/>
    <p:sldId id="269" r:id="rId17"/>
    <p:sldId id="270" r:id="rId18"/>
    <p:sldId id="271" r:id="rId19"/>
    <p:sldId id="272" r:id="rId20"/>
    <p:sldId id="273" r:id="rId21"/>
    <p:sldId id="274" r:id="rId22"/>
    <p:sldId id="276" r:id="rId23"/>
    <p:sldId id="279" r:id="rId24"/>
    <p:sldId id="280"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Lst>
  <p:sldSz cx="9144000" cy="5143500" type="screen16x9"/>
  <p:notesSz cx="6858000" cy="9144000"/>
  <p:embeddedFontLst>
    <p:embeddedFont>
      <p:font typeface="Inter" panose="020B0604020202020204" charset="0"/>
      <p:regular r:id="rId49"/>
      <p:bold r:id="rId50"/>
      <p:italic r:id="rId51"/>
      <p:boldItalic r:id="rId52"/>
    </p:embeddedFont>
    <p:embeddedFont>
      <p:font typeface="Inter ExtraBold" panose="020B0604020202020204" charset="0"/>
      <p:bold r:id="rId53"/>
      <p:boldItalic r:id="rId54"/>
    </p:embeddedFont>
    <p:embeddedFont>
      <p:font typeface="Inter Medium" panose="020B0604020202020204" charset="0"/>
      <p:regular r:id="rId55"/>
      <p:bold r:id="rId56"/>
      <p:italic r:id="rId57"/>
      <p:boldItalic r:id="rId58"/>
    </p:embeddedFont>
    <p:embeddedFont>
      <p:font typeface="Inter SemiBold" panose="020B0604020202020204" charset="0"/>
      <p:regular r:id="rId59"/>
      <p:bold r:id="rId60"/>
      <p:italic r:id="rId61"/>
      <p:boldItalic r:id="rId62"/>
    </p:embeddedFont>
    <p:embeddedFont>
      <p:font typeface="Roboto Mono" panose="00000009000000000000" pitchFamily="49"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7.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8.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8.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31 - Sprint 15</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ExtraBold"/>
                <a:sym typeface="Inter"/>
              </a:rPr>
              <a:t>Series de tiempo</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Estadística con Python</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Analizar la representación de los datos en el tiempo</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sym typeface="Inter Medium"/>
              </a:rPr>
              <a:t>Explorar mecanismos para manipulación de datos</a:t>
            </a:r>
            <a:endParaRPr lang="es-ES"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r>
              <a:rPr lang="es-ES" sz="1800" dirty="0">
                <a:solidFill>
                  <a:srgbClr val="1A1A1A"/>
                </a:solidFill>
                <a:latin typeface="Inter Medium"/>
                <a:ea typeface="Inter Medium"/>
                <a:cs typeface="Inter Medium"/>
                <a:sym typeface="Inter Medium"/>
              </a:rPr>
              <a:t>Realizar grafica y predicción usando series de tiempo</a:t>
            </a:r>
            <a:endParaRPr lang="es-ES"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 name="Picture 2">
            <a:extLst>
              <a:ext uri="{FF2B5EF4-FFF2-40B4-BE49-F238E27FC236}">
                <a16:creationId xmlns:a16="http://schemas.microsoft.com/office/drawing/2014/main" id="{42B917CD-2ACE-E70F-1386-5EAD96016B5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859"/>
          <a:stretch/>
        </p:blipFill>
        <p:spPr bwMode="auto">
          <a:xfrm>
            <a:off x="3611852" y="0"/>
            <a:ext cx="5255057"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¿Cuál es la utilidad de identificar nuestro horizonte de tiempo?</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¿Sigue siendo necesario realizar un análisis o exploración de datos?</a:t>
            </a:r>
            <a:endParaRPr lang="es-ES"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¿Cambia algo en la preparación del modelo de predicción?</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550</TotalTime>
  <Words>1577</Words>
  <Application>Microsoft Office PowerPoint</Application>
  <PresentationFormat>Presentación en pantalla (16:9)</PresentationFormat>
  <Paragraphs>164</Paragraphs>
  <Slides>46</Slides>
  <Notes>46</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46</vt:i4>
      </vt:variant>
    </vt:vector>
  </HeadingPairs>
  <TitlesOfParts>
    <vt:vector size="53" baseType="lpstr">
      <vt:lpstr>Arial</vt:lpstr>
      <vt:lpstr>Inter Medium</vt:lpstr>
      <vt:lpstr>Inter SemiBold</vt:lpstr>
      <vt:lpstr>Roboto Mono</vt:lpstr>
      <vt:lpstr>Inter ExtraBold</vt:lpstr>
      <vt:lpstr>Inter</vt:lpstr>
      <vt:lpstr>Simple Light</vt:lpstr>
      <vt:lpstr>Webinar 31 - Sprint 15 Series de tiempo</vt:lpstr>
      <vt:lpstr>Agenda</vt:lpstr>
      <vt:lpstr>Acuerdos</vt:lpstr>
      <vt:lpstr>Objetivo</vt:lpstr>
      <vt:lpstr>Midamos los ánimos</vt:lpstr>
      <vt:lpstr>Recap</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13</cp:revision>
  <dcterms:modified xsi:type="dcterms:W3CDTF">2025-08-06T02:15:52Z</dcterms:modified>
</cp:coreProperties>
</file>