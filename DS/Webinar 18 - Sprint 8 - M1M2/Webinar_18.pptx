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7"/>
  </p:notesMasterIdLst>
  <p:sldIdLst>
    <p:sldId id="256" r:id="rId2"/>
    <p:sldId id="258" r:id="rId3"/>
    <p:sldId id="305" r:id="rId4"/>
    <p:sldId id="275" r:id="rId5"/>
    <p:sldId id="278" r:id="rId6"/>
    <p:sldId id="264" r:id="rId7"/>
    <p:sldId id="319" r:id="rId8"/>
    <p:sldId id="311" r:id="rId9"/>
    <p:sldId id="316" r:id="rId10"/>
    <p:sldId id="320" r:id="rId11"/>
    <p:sldId id="321" r:id="rId12"/>
    <p:sldId id="322" r:id="rId13"/>
    <p:sldId id="323" r:id="rId14"/>
    <p:sldId id="324" r:id="rId15"/>
    <p:sldId id="325" r:id="rId16"/>
    <p:sldId id="317" r:id="rId17"/>
    <p:sldId id="304" r:id="rId18"/>
    <p:sldId id="306" r:id="rId19"/>
    <p:sldId id="281" r:id="rId20"/>
    <p:sldId id="274" r:id="rId21"/>
    <p:sldId id="263" r:id="rId22"/>
    <p:sldId id="265" r:id="rId23"/>
    <p:sldId id="266" r:id="rId24"/>
    <p:sldId id="267" r:id="rId25"/>
    <p:sldId id="268" r:id="rId26"/>
    <p:sldId id="269" r:id="rId27"/>
    <p:sldId id="270" r:id="rId28"/>
    <p:sldId id="271" r:id="rId29"/>
    <p:sldId id="272" r:id="rId30"/>
    <p:sldId id="273" r:id="rId31"/>
    <p:sldId id="276" r:id="rId32"/>
    <p:sldId id="279" r:id="rId33"/>
    <p:sldId id="280"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Lst>
  <p:sldSz cx="9144000" cy="5143500" type="screen16x9"/>
  <p:notesSz cx="6858000" cy="9144000"/>
  <p:embeddedFontLst>
    <p:embeddedFont>
      <p:font typeface="Inter" panose="020B0604020202020204" charset="0"/>
      <p:regular r:id="rId58"/>
      <p:bold r:id="rId59"/>
      <p:italic r:id="rId60"/>
      <p:boldItalic r:id="rId61"/>
    </p:embeddedFont>
    <p:embeddedFont>
      <p:font typeface="Inter ExtraBold" panose="020B0604020202020204" charset="0"/>
      <p:bold r:id="rId62"/>
      <p:boldItalic r:id="rId63"/>
    </p:embeddedFont>
    <p:embeddedFont>
      <p:font typeface="Inter Medium" panose="020B0604020202020204" charset="0"/>
      <p:regular r:id="rId64"/>
      <p:bold r:id="rId65"/>
      <p:italic r:id="rId66"/>
      <p:boldItalic r:id="rId67"/>
    </p:embeddedFont>
    <p:embeddedFont>
      <p:font typeface="Inter SemiBold" panose="020B0604020202020204" charset="0"/>
      <p:regular r:id="rId68"/>
      <p:bold r:id="rId69"/>
      <p:italic r:id="rId70"/>
      <p:boldItalic r:id="rId71"/>
    </p:embeddedFont>
    <p:embeddedFont>
      <p:font typeface="Roboto Mono" panose="00000009000000000000" pitchFamily="49"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font" Target="fonts/font17.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ED971396-7F92-E593-6AEB-D8E0A5EB162B}"/>
            </a:ext>
          </a:extLst>
        </p:cNvPr>
        <p:cNvGrpSpPr/>
        <p:nvPr/>
      </p:nvGrpSpPr>
      <p:grpSpPr>
        <a:xfrm>
          <a:off x="0" y="0"/>
          <a:ext cx="0" cy="0"/>
          <a:chOff x="0" y="0"/>
          <a:chExt cx="0" cy="0"/>
        </a:xfrm>
      </p:grpSpPr>
      <p:sp>
        <p:nvSpPr>
          <p:cNvPr id="112" name="Google Shape;112;g2cf41384e5b_0_176:notes">
            <a:extLst>
              <a:ext uri="{FF2B5EF4-FFF2-40B4-BE49-F238E27FC236}">
                <a16:creationId xmlns:a16="http://schemas.microsoft.com/office/drawing/2014/main" id="{21DA347C-AC44-2892-0C87-6721C0C880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a:extLst>
              <a:ext uri="{FF2B5EF4-FFF2-40B4-BE49-F238E27FC236}">
                <a16:creationId xmlns:a16="http://schemas.microsoft.com/office/drawing/2014/main" id="{AA8F991E-7145-C414-F93F-5C0D476826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900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D38F41E-F9AC-F884-14DB-7E1E0E3FEB76}"/>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25883472-363B-AA24-63EC-E7FBB9C962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6F48C6BD-0A35-DDF1-7174-B2137BEF4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7000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23E68CE-3C01-E8BC-5FED-EF1C3F2A964F}"/>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7A5E74DE-797C-0F16-8356-DD0EB76B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DF0EDD8A-3D3F-ADC2-DA66-AECCFB500C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0193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B5FA0A1-D267-86C9-8E9B-4AD479C5E086}"/>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AE5969DA-B09C-A3E5-31F3-BF217F4729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65615CB6-ECCF-805A-3ABF-16E2FA1313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4601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DBE27BB9-18DA-C629-D403-36FC7511F734}"/>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B3EFACA6-26E0-DA8E-EC3B-16AD769F22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6887DB8D-A3C3-640C-B953-B11D7EB52C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949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4051A36C-9427-FEB3-F467-75611B5BD3E7}"/>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12438D64-0A48-91D3-0CC3-358440C8D1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B7620E37-36DD-CAF8-8C44-E076FEAE7D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3201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23437830-A057-3126-62F8-714F17788299}"/>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9506B65C-D335-DE6A-2009-AA604C4546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6B495105-F448-7012-AF4B-669390A8BC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89455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11C2956F-D2FD-2DDE-00C3-1A4CC620758A}"/>
            </a:ext>
          </a:extLst>
        </p:cNvPr>
        <p:cNvGrpSpPr/>
        <p:nvPr/>
      </p:nvGrpSpPr>
      <p:grpSpPr>
        <a:xfrm>
          <a:off x="0" y="0"/>
          <a:ext cx="0" cy="0"/>
          <a:chOff x="0" y="0"/>
          <a:chExt cx="0" cy="0"/>
        </a:xfrm>
      </p:grpSpPr>
      <p:sp>
        <p:nvSpPr>
          <p:cNvPr id="137" name="Google Shape;137;g2cf41384e5b_0_83:notes">
            <a:extLst>
              <a:ext uri="{FF2B5EF4-FFF2-40B4-BE49-F238E27FC236}">
                <a16:creationId xmlns:a16="http://schemas.microsoft.com/office/drawing/2014/main" id="{32E80274-549A-D27A-2D5B-B602995841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a:extLst>
              <a:ext uri="{FF2B5EF4-FFF2-40B4-BE49-F238E27FC236}">
                <a16:creationId xmlns:a16="http://schemas.microsoft.com/office/drawing/2014/main" id="{288DD763-535A-2E50-E4EA-34C77E3795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0986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DE14D3C1-0B7B-203B-5CFA-5F289FA913C0}"/>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CFB301ED-C1CA-CBCC-4225-A222B928BB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A46AEB3E-0992-F1D8-7CD1-713AF50A7E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9745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E599ADAA-8A56-5413-22E0-C4ABCB2531BA}"/>
            </a:ext>
          </a:extLst>
        </p:cNvPr>
        <p:cNvGrpSpPr/>
        <p:nvPr/>
      </p:nvGrpSpPr>
      <p:grpSpPr>
        <a:xfrm>
          <a:off x="0" y="0"/>
          <a:ext cx="0" cy="0"/>
          <a:chOff x="0" y="0"/>
          <a:chExt cx="0" cy="0"/>
        </a:xfrm>
      </p:grpSpPr>
      <p:sp>
        <p:nvSpPr>
          <p:cNvPr id="231" name="Google Shape;231;g2cf5b16db11_0_1:notes">
            <a:extLst>
              <a:ext uri="{FF2B5EF4-FFF2-40B4-BE49-F238E27FC236}">
                <a16:creationId xmlns:a16="http://schemas.microsoft.com/office/drawing/2014/main" id="{FE443EA8-7753-17B3-AFA1-9E6F65FEBD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a:extLst>
              <a:ext uri="{FF2B5EF4-FFF2-40B4-BE49-F238E27FC236}">
                <a16:creationId xmlns:a16="http://schemas.microsoft.com/office/drawing/2014/main" id="{3ADD9ECB-FB54-6689-47BB-2E89690F0D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6134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hyperlink" Target="https://www.w3schools.com/sql/trysql.asp?filename=trysql_select_all"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9.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42" Type="http://schemas.openxmlformats.org/officeDocument/2006/relationships/image" Target="../media/image51.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63" Type="http://schemas.openxmlformats.org/officeDocument/2006/relationships/image" Target="../media/image71.png"/><Relationship Id="rId68" Type="http://schemas.openxmlformats.org/officeDocument/2006/relationships/image" Target="../media/image76.png"/><Relationship Id="rId7" Type="http://schemas.openxmlformats.org/officeDocument/2006/relationships/image" Target="../media/image16.png"/><Relationship Id="rId2" Type="http://schemas.openxmlformats.org/officeDocument/2006/relationships/notesSlide" Target="../notesSlides/notesSlide36.xml"/><Relationship Id="rId16" Type="http://schemas.openxmlformats.org/officeDocument/2006/relationships/image" Target="../media/image25.png"/><Relationship Id="rId29" Type="http://schemas.openxmlformats.org/officeDocument/2006/relationships/image" Target="../media/image38.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40" Type="http://schemas.openxmlformats.org/officeDocument/2006/relationships/image" Target="../media/image49.png"/><Relationship Id="rId45" Type="http://schemas.openxmlformats.org/officeDocument/2006/relationships/image" Target="../media/image54.png"/><Relationship Id="rId53" Type="http://schemas.openxmlformats.org/officeDocument/2006/relationships/image" Target="../media/image62.png"/><Relationship Id="rId58" Type="http://schemas.openxmlformats.org/officeDocument/2006/relationships/image" Target="../media/image8.png"/><Relationship Id="rId66" Type="http://schemas.openxmlformats.org/officeDocument/2006/relationships/image" Target="../media/image74.png"/><Relationship Id="rId5" Type="http://schemas.openxmlformats.org/officeDocument/2006/relationships/image" Target="../media/image14.png"/><Relationship Id="rId61" Type="http://schemas.openxmlformats.org/officeDocument/2006/relationships/image" Target="../media/image69.png"/><Relationship Id="rId19" Type="http://schemas.openxmlformats.org/officeDocument/2006/relationships/image" Target="../media/image2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43" Type="http://schemas.openxmlformats.org/officeDocument/2006/relationships/image" Target="../media/image52.png"/><Relationship Id="rId48" Type="http://schemas.openxmlformats.org/officeDocument/2006/relationships/image" Target="../media/image57.png"/><Relationship Id="rId56" Type="http://schemas.openxmlformats.org/officeDocument/2006/relationships/image" Target="../media/image65.png"/><Relationship Id="rId64" Type="http://schemas.openxmlformats.org/officeDocument/2006/relationships/image" Target="../media/image72.png"/><Relationship Id="rId8" Type="http://schemas.openxmlformats.org/officeDocument/2006/relationships/image" Target="../media/image17.png"/><Relationship Id="rId51" Type="http://schemas.openxmlformats.org/officeDocument/2006/relationships/image" Target="../media/image60.png"/><Relationship Id="rId3" Type="http://schemas.openxmlformats.org/officeDocument/2006/relationships/image" Target="../media/image12.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38" Type="http://schemas.openxmlformats.org/officeDocument/2006/relationships/image" Target="../media/image47.png"/><Relationship Id="rId46" Type="http://schemas.openxmlformats.org/officeDocument/2006/relationships/image" Target="../media/image55.png"/><Relationship Id="rId59" Type="http://schemas.openxmlformats.org/officeDocument/2006/relationships/image" Target="../media/image67.png"/><Relationship Id="rId67" Type="http://schemas.openxmlformats.org/officeDocument/2006/relationships/image" Target="../media/image75.png"/><Relationship Id="rId20" Type="http://schemas.openxmlformats.org/officeDocument/2006/relationships/image" Target="../media/image29.png"/><Relationship Id="rId41" Type="http://schemas.openxmlformats.org/officeDocument/2006/relationships/image" Target="../media/image50.png"/><Relationship Id="rId54" Type="http://schemas.openxmlformats.org/officeDocument/2006/relationships/image" Target="../media/image63.png"/><Relationship Id="rId62" Type="http://schemas.openxmlformats.org/officeDocument/2006/relationships/image" Target="../media/image70.png"/><Relationship Id="rId1" Type="http://schemas.openxmlformats.org/officeDocument/2006/relationships/slideLayout" Target="../slideLayouts/slideLayout11.xml"/><Relationship Id="rId6" Type="http://schemas.openxmlformats.org/officeDocument/2006/relationships/image" Target="../media/image15.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19.png"/><Relationship Id="rId31" Type="http://schemas.openxmlformats.org/officeDocument/2006/relationships/image" Target="../media/image40.png"/><Relationship Id="rId44" Type="http://schemas.openxmlformats.org/officeDocument/2006/relationships/image" Target="../media/image53.png"/><Relationship Id="rId52" Type="http://schemas.openxmlformats.org/officeDocument/2006/relationships/image" Target="../media/image61.png"/><Relationship Id="rId60" Type="http://schemas.openxmlformats.org/officeDocument/2006/relationships/image" Target="../media/image68.png"/><Relationship Id="rId65" Type="http://schemas.openxmlformats.org/officeDocument/2006/relationships/image" Target="../media/image73.png"/><Relationship Id="rId4" Type="http://schemas.openxmlformats.org/officeDocument/2006/relationships/image" Target="../media/image13.png"/><Relationship Id="rId9" Type="http://schemas.openxmlformats.org/officeDocument/2006/relationships/image" Target="../media/image18.png"/><Relationship Id="rId13" Type="http://schemas.openxmlformats.org/officeDocument/2006/relationships/image" Target="../media/image22.png"/><Relationship Id="rId18" Type="http://schemas.openxmlformats.org/officeDocument/2006/relationships/image" Target="../media/image27.png"/><Relationship Id="rId39" Type="http://schemas.openxmlformats.org/officeDocument/2006/relationships/image" Target="../media/image48.png"/></Relationships>
</file>

<file path=ppt/slides/_rels/slide37.xml.rels><?xml version="1.0" encoding="UTF-8" standalone="yes"?>
<Relationships xmlns="http://schemas.openxmlformats.org/package/2006/relationships"><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100.png"/><Relationship Id="rId39" Type="http://schemas.openxmlformats.org/officeDocument/2006/relationships/image" Target="../media/image113.png"/><Relationship Id="rId21" Type="http://schemas.openxmlformats.org/officeDocument/2006/relationships/image" Target="../media/image95.png"/><Relationship Id="rId34" Type="http://schemas.openxmlformats.org/officeDocument/2006/relationships/image" Target="../media/image108.png"/><Relationship Id="rId42" Type="http://schemas.openxmlformats.org/officeDocument/2006/relationships/image" Target="../media/image116.png"/><Relationship Id="rId47" Type="http://schemas.openxmlformats.org/officeDocument/2006/relationships/image" Target="../media/image121.png"/><Relationship Id="rId50" Type="http://schemas.openxmlformats.org/officeDocument/2006/relationships/image" Target="../media/image124.png"/><Relationship Id="rId55" Type="http://schemas.openxmlformats.org/officeDocument/2006/relationships/image" Target="../media/image129.png"/><Relationship Id="rId63" Type="http://schemas.openxmlformats.org/officeDocument/2006/relationships/image" Target="../media/image137.png"/><Relationship Id="rId7" Type="http://schemas.openxmlformats.org/officeDocument/2006/relationships/image" Target="../media/image81.png"/><Relationship Id="rId2" Type="http://schemas.openxmlformats.org/officeDocument/2006/relationships/notesSlide" Target="../notesSlides/notesSlide37.xml"/><Relationship Id="rId16" Type="http://schemas.openxmlformats.org/officeDocument/2006/relationships/image" Target="../media/image90.png"/><Relationship Id="rId29" Type="http://schemas.openxmlformats.org/officeDocument/2006/relationships/image" Target="../media/image103.png"/><Relationship Id="rId11" Type="http://schemas.openxmlformats.org/officeDocument/2006/relationships/image" Target="../media/image85.png"/><Relationship Id="rId24" Type="http://schemas.openxmlformats.org/officeDocument/2006/relationships/image" Target="../media/image98.png"/><Relationship Id="rId32" Type="http://schemas.openxmlformats.org/officeDocument/2006/relationships/image" Target="../media/image106.png"/><Relationship Id="rId37" Type="http://schemas.openxmlformats.org/officeDocument/2006/relationships/image" Target="../media/image111.png"/><Relationship Id="rId40" Type="http://schemas.openxmlformats.org/officeDocument/2006/relationships/image" Target="../media/image114.png"/><Relationship Id="rId45" Type="http://schemas.openxmlformats.org/officeDocument/2006/relationships/image" Target="../media/image119.png"/><Relationship Id="rId53" Type="http://schemas.openxmlformats.org/officeDocument/2006/relationships/image" Target="../media/image127.png"/><Relationship Id="rId58" Type="http://schemas.openxmlformats.org/officeDocument/2006/relationships/image" Target="../media/image132.png"/><Relationship Id="rId5" Type="http://schemas.openxmlformats.org/officeDocument/2006/relationships/image" Target="../media/image79.png"/><Relationship Id="rId61" Type="http://schemas.openxmlformats.org/officeDocument/2006/relationships/image" Target="../media/image135.png"/><Relationship Id="rId19" Type="http://schemas.openxmlformats.org/officeDocument/2006/relationships/image" Target="../media/image93.png"/><Relationship Id="rId14" Type="http://schemas.openxmlformats.org/officeDocument/2006/relationships/image" Target="../media/image88.png"/><Relationship Id="rId22" Type="http://schemas.openxmlformats.org/officeDocument/2006/relationships/image" Target="../media/image96.png"/><Relationship Id="rId27" Type="http://schemas.openxmlformats.org/officeDocument/2006/relationships/image" Target="../media/image101.png"/><Relationship Id="rId30" Type="http://schemas.openxmlformats.org/officeDocument/2006/relationships/image" Target="../media/image104.png"/><Relationship Id="rId35" Type="http://schemas.openxmlformats.org/officeDocument/2006/relationships/image" Target="../media/image109.png"/><Relationship Id="rId43" Type="http://schemas.openxmlformats.org/officeDocument/2006/relationships/image" Target="../media/image117.png"/><Relationship Id="rId48" Type="http://schemas.openxmlformats.org/officeDocument/2006/relationships/image" Target="../media/image122.png"/><Relationship Id="rId56" Type="http://schemas.openxmlformats.org/officeDocument/2006/relationships/image" Target="../media/image130.png"/><Relationship Id="rId8" Type="http://schemas.openxmlformats.org/officeDocument/2006/relationships/image" Target="../media/image82.png"/><Relationship Id="rId51" Type="http://schemas.openxmlformats.org/officeDocument/2006/relationships/image" Target="../media/image125.png"/><Relationship Id="rId3" Type="http://schemas.openxmlformats.org/officeDocument/2006/relationships/image" Target="../media/image77.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image" Target="../media/image112.png"/><Relationship Id="rId46" Type="http://schemas.openxmlformats.org/officeDocument/2006/relationships/image" Target="../media/image120.png"/><Relationship Id="rId59" Type="http://schemas.openxmlformats.org/officeDocument/2006/relationships/image" Target="../media/image133.png"/><Relationship Id="rId20" Type="http://schemas.openxmlformats.org/officeDocument/2006/relationships/image" Target="../media/image94.png"/><Relationship Id="rId41" Type="http://schemas.openxmlformats.org/officeDocument/2006/relationships/image" Target="../media/image115.png"/><Relationship Id="rId54" Type="http://schemas.openxmlformats.org/officeDocument/2006/relationships/image" Target="../media/image128.png"/><Relationship Id="rId62" Type="http://schemas.openxmlformats.org/officeDocument/2006/relationships/image" Target="../media/image136.png"/><Relationship Id="rId1" Type="http://schemas.openxmlformats.org/officeDocument/2006/relationships/slideLayout" Target="../slideLayouts/slideLayout11.xml"/><Relationship Id="rId6" Type="http://schemas.openxmlformats.org/officeDocument/2006/relationships/image" Target="../media/image80.png"/><Relationship Id="rId15" Type="http://schemas.openxmlformats.org/officeDocument/2006/relationships/image" Target="../media/image89.png"/><Relationship Id="rId23" Type="http://schemas.openxmlformats.org/officeDocument/2006/relationships/image" Target="../media/image97.png"/><Relationship Id="rId28" Type="http://schemas.openxmlformats.org/officeDocument/2006/relationships/image" Target="../media/image102.png"/><Relationship Id="rId36" Type="http://schemas.openxmlformats.org/officeDocument/2006/relationships/image" Target="../media/image110.png"/><Relationship Id="rId49" Type="http://schemas.openxmlformats.org/officeDocument/2006/relationships/image" Target="../media/image123.png"/><Relationship Id="rId57" Type="http://schemas.openxmlformats.org/officeDocument/2006/relationships/image" Target="../media/image131.png"/><Relationship Id="rId10" Type="http://schemas.openxmlformats.org/officeDocument/2006/relationships/image" Target="../media/image84.png"/><Relationship Id="rId31" Type="http://schemas.openxmlformats.org/officeDocument/2006/relationships/image" Target="../media/image105.png"/><Relationship Id="rId44" Type="http://schemas.openxmlformats.org/officeDocument/2006/relationships/image" Target="../media/image118.png"/><Relationship Id="rId52" Type="http://schemas.openxmlformats.org/officeDocument/2006/relationships/image" Target="../media/image126.png"/><Relationship Id="rId60" Type="http://schemas.openxmlformats.org/officeDocument/2006/relationships/image" Target="../media/image134.png"/><Relationship Id="rId4" Type="http://schemas.openxmlformats.org/officeDocument/2006/relationships/image" Target="../media/image78.png"/><Relationship Id="rId9" Type="http://schemas.openxmlformats.org/officeDocument/2006/relationships/image" Target="../media/image83.png"/></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40.xml"/><Relationship Id="rId1" Type="http://schemas.openxmlformats.org/officeDocument/2006/relationships/slideLayout" Target="../slideLayouts/slideLayout11.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_rels/slide4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1.xml"/><Relationship Id="rId1" Type="http://schemas.openxmlformats.org/officeDocument/2006/relationships/slideLayout" Target="../slideLayouts/slideLayout1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4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2.xml"/><Relationship Id="rId1" Type="http://schemas.openxmlformats.org/officeDocument/2006/relationships/slideLayout" Target="../slideLayouts/slideLayout11.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s>
</file>

<file path=ppt/slides/_rels/slide43.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52.png"/></Relationships>
</file>

<file path=ppt/slides/_rels/slide44.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4.xml"/><Relationship Id="rId1" Type="http://schemas.openxmlformats.org/officeDocument/2006/relationships/slideLayout" Target="../slideLayouts/slideLayout11.xml"/><Relationship Id="rId5" Type="http://schemas.openxmlformats.org/officeDocument/2006/relationships/image" Target="../media/image155.png"/><Relationship Id="rId4" Type="http://schemas.openxmlformats.org/officeDocument/2006/relationships/image" Target="../media/image154.png"/></Relationships>
</file>

<file path=ppt/slides/_rels/slide45.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45.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46.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6.xml"/><Relationship Id="rId1" Type="http://schemas.openxmlformats.org/officeDocument/2006/relationships/slideLayout" Target="../slideLayouts/slideLayout11.xml"/><Relationship Id="rId4" Type="http://schemas.openxmlformats.org/officeDocument/2006/relationships/image" Target="../media/image160.png"/></Relationships>
</file>

<file path=ppt/slides/_rels/slide4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162.png"/></Relationships>
</file>

<file path=ppt/slides/_rels/slide48.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51.xml"/><Relationship Id="rId1" Type="http://schemas.openxmlformats.org/officeDocument/2006/relationships/slideLayout" Target="../slideLayouts/slideLayout11.xml"/><Relationship Id="rId5" Type="http://schemas.openxmlformats.org/officeDocument/2006/relationships/image" Target="../media/image168.png"/><Relationship Id="rId4" Type="http://schemas.openxmlformats.org/officeDocument/2006/relationships/image" Target="../media/image167.png"/></Relationships>
</file>

<file path=ppt/slides/_rels/slide5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170.png"/></Relationships>
</file>

<file path=ppt/slides/_rels/slide53.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53.xml"/><Relationship Id="rId1" Type="http://schemas.openxmlformats.org/officeDocument/2006/relationships/slideLayout" Target="../slideLayouts/slideLayout11.xml"/><Relationship Id="rId4" Type="http://schemas.openxmlformats.org/officeDocument/2006/relationships/image" Target="../media/image172.png"/></Relationships>
</file>

<file path=ppt/slides/_rels/slide54.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4.xml"/><Relationship Id="rId1" Type="http://schemas.openxmlformats.org/officeDocument/2006/relationships/slideLayout" Target="../slideLayouts/slideLayout11.xml"/><Relationship Id="rId5" Type="http://schemas.openxmlformats.org/officeDocument/2006/relationships/image" Target="../media/image175.png"/><Relationship Id="rId4" Type="http://schemas.openxmlformats.org/officeDocument/2006/relationships/image" Target="../media/image174.png"/></Relationships>
</file>

<file path=ppt/slides/_rels/slide55.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5.xml"/><Relationship Id="rId1" Type="http://schemas.openxmlformats.org/officeDocument/2006/relationships/slideLayout" Target="../slideLayouts/slideLayout11.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331"/>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18 - Sprint 8</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s-CO" sz="2000" dirty="0">
                <a:solidFill>
                  <a:srgbClr val="1A1A1A"/>
                </a:solidFill>
                <a:latin typeface="Inter"/>
                <a:ea typeface="Inter"/>
                <a:cs typeface="Inter ExtraBold"/>
                <a:sym typeface="Inter"/>
              </a:rPr>
              <a:t>Introducción a SQL</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¿Cómo se exponen las aplicaciones Python?</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teórica del proyecto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Revisión práctica del proyecto</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Conocer los conceptos básicos web</a:t>
            </a:r>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Interactuar con </a:t>
            </a:r>
            <a:r>
              <a:rPr lang="es-CO" sz="1800" dirty="0" err="1"/>
              <a:t>APIs</a:t>
            </a:r>
            <a:r>
              <a:rPr lang="es-CO" sz="1800" dirty="0"/>
              <a:t> usando Python</a:t>
            </a:r>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t>Explorar la sintaxis SQL</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a:extLst>
            <a:ext uri="{FF2B5EF4-FFF2-40B4-BE49-F238E27FC236}">
              <a16:creationId xmlns:a16="http://schemas.microsoft.com/office/drawing/2014/main" id="{1E0CC223-0F8D-8E59-15A3-1E64D299346A}"/>
            </a:ext>
          </a:extLst>
        </p:cNvPr>
        <p:cNvGrpSpPr/>
        <p:nvPr/>
      </p:nvGrpSpPr>
      <p:grpSpPr>
        <a:xfrm>
          <a:off x="0" y="0"/>
          <a:ext cx="0" cy="0"/>
          <a:chOff x="0" y="0"/>
          <a:chExt cx="0" cy="0"/>
        </a:xfrm>
      </p:grpSpPr>
      <p:pic>
        <p:nvPicPr>
          <p:cNvPr id="115" name="Google Shape;115;p22">
            <a:extLst>
              <a:ext uri="{FF2B5EF4-FFF2-40B4-BE49-F238E27FC236}">
                <a16:creationId xmlns:a16="http://schemas.microsoft.com/office/drawing/2014/main" id="{0783A4B0-CB47-40FF-79C1-E0E97F54D14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a:extLst>
              <a:ext uri="{FF2B5EF4-FFF2-40B4-BE49-F238E27FC236}">
                <a16:creationId xmlns:a16="http://schemas.microsoft.com/office/drawing/2014/main" id="{0DA3A542-6670-AC44-414C-EF4A4BACBB41}"/>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1026" name="Picture 2" descr="image">
            <a:extLst>
              <a:ext uri="{FF2B5EF4-FFF2-40B4-BE49-F238E27FC236}">
                <a16:creationId xmlns:a16="http://schemas.microsoft.com/office/drawing/2014/main" id="{72EA6467-0063-6CA1-F2DB-6210DA13D2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162" y="0"/>
            <a:ext cx="3636963"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187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5F8D258-8437-BAC8-79AD-316DA67CF9ED}"/>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E3CC62D7-3872-A0F3-F2BA-4457673263E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AF332340-C069-FFF1-3245-F01A91208C4B}"/>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Repasemos algunos conceptos</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90DFC45D-347B-EB67-ABC8-7FD8DE152FD5}"/>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Minería web</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Buscar información siempre será un paso inicial.</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Aunque no siempre.</a:t>
            </a:r>
            <a:endParaRPr dirty="0">
              <a:solidFill>
                <a:srgbClr val="1A1A1A"/>
              </a:solidFill>
            </a:endParaRPr>
          </a:p>
        </p:txBody>
      </p:sp>
      <p:sp>
        <p:nvSpPr>
          <p:cNvPr id="143" name="Google Shape;143;p25">
            <a:extLst>
              <a:ext uri="{FF2B5EF4-FFF2-40B4-BE49-F238E27FC236}">
                <a16:creationId xmlns:a16="http://schemas.microsoft.com/office/drawing/2014/main" id="{028E25E2-054C-4374-DB07-2002453AC161}"/>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HTTP/HTML</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La construcción de páginas web sigue un esquema HTML que es leido por el navegador.</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En sintesis, al construcción de páginas involucra crear código.</a:t>
            </a:r>
            <a:endParaRPr dirty="0">
              <a:solidFill>
                <a:srgbClr val="1A1A1A"/>
              </a:solidFill>
            </a:endParaRPr>
          </a:p>
        </p:txBody>
      </p:sp>
      <p:sp>
        <p:nvSpPr>
          <p:cNvPr id="144" name="Google Shape;144;p25">
            <a:extLst>
              <a:ext uri="{FF2B5EF4-FFF2-40B4-BE49-F238E27FC236}">
                <a16:creationId xmlns:a16="http://schemas.microsoft.com/office/drawing/2014/main" id="{D36742B1-0794-3D74-43EC-B590A24B1960}"/>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Protocolos de red</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Las solicitudes en nuestro navegador pueden ser GET/POST.</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Estas solicitudes se mapean a distintos niveles de red.</a:t>
            </a:r>
            <a:endParaRPr dirty="0">
              <a:solidFill>
                <a:srgbClr val="1A1A1A"/>
              </a:solidFill>
            </a:endParaRPr>
          </a:p>
        </p:txBody>
      </p:sp>
    </p:spTree>
    <p:extLst>
      <p:ext uri="{BB962C8B-B14F-4D97-AF65-F5344CB8AC3E}">
        <p14:creationId xmlns:p14="http://schemas.microsoft.com/office/powerpoint/2010/main" val="422979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DD025442-CEDE-E005-5962-4C2FBA10F17D}"/>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D1FC6F05-4364-D11E-7A6F-BF898A50FE4A}"/>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A7F69110-7283-AA48-7F77-B96F5D6019D6}"/>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927585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38E8F892-EC30-FB92-0F4B-93919A4F7D0A}"/>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6AFB5E61-77CB-E92B-9C2F-CC3CAB16C399}"/>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Revisemos una página web</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002ACAEA-15BC-8765-9581-47D5A98EBDBE}"/>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865555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526371C6-82D7-46C1-DB10-DAC4C25636B7}"/>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66B3CAF6-EF19-4FB4-F047-B6338E669EE9}"/>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1742494-BF7E-9208-7A28-6EA747B486E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Pero, ¿quién procesa estas solicitudes?</a:t>
            </a:r>
          </a:p>
        </p:txBody>
      </p:sp>
    </p:spTree>
    <p:extLst>
      <p:ext uri="{BB962C8B-B14F-4D97-AF65-F5344CB8AC3E}">
        <p14:creationId xmlns:p14="http://schemas.microsoft.com/office/powerpoint/2010/main" val="907748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636D708-22F7-BCC7-E2C7-18DD0D062A89}"/>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8D220970-5CB8-D5FD-09BB-49684468EB6F}"/>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B715F57C-3C35-43D3-F978-DBCEBF33FC98}"/>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Repasemos algunos conceptos</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9C2AD514-9F62-A71D-6D86-849E19B9B3AF}"/>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API</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Interfaz de programación de aplicaciones. </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Interfaz define formas de interactuar con una aplicación.</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Método de interacción.</a:t>
            </a:r>
            <a:endParaRPr dirty="0">
              <a:solidFill>
                <a:srgbClr val="1A1A1A"/>
              </a:solidFill>
            </a:endParaRPr>
          </a:p>
        </p:txBody>
      </p:sp>
      <p:sp>
        <p:nvSpPr>
          <p:cNvPr id="143" name="Google Shape;143;p25">
            <a:extLst>
              <a:ext uri="{FF2B5EF4-FFF2-40B4-BE49-F238E27FC236}">
                <a16:creationId xmlns:a16="http://schemas.microsoft.com/office/drawing/2014/main" id="{E0B9EFE2-7390-4785-3277-23F50CDB7EB6}"/>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Método</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Cada API interactia con un método.</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Los métodos permiten utilizar parámetros.</a:t>
            </a:r>
            <a:endParaRPr dirty="0">
              <a:solidFill>
                <a:srgbClr val="1A1A1A"/>
              </a:solidFill>
            </a:endParaRPr>
          </a:p>
        </p:txBody>
      </p:sp>
      <p:sp>
        <p:nvSpPr>
          <p:cNvPr id="144" name="Google Shape;144;p25">
            <a:extLst>
              <a:ext uri="{FF2B5EF4-FFF2-40B4-BE49-F238E27FC236}">
                <a16:creationId xmlns:a16="http://schemas.microsoft.com/office/drawing/2014/main" id="{7941224A-618D-2A07-197C-B82C214E1D80}"/>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Las respuestas se ven algo raras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Las APIs responden en formato JSON.</a:t>
            </a: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Una forma de formatear el texto presente.</a:t>
            </a:r>
            <a:endParaRPr dirty="0">
              <a:solidFill>
                <a:srgbClr val="1A1A1A"/>
              </a:solidFill>
            </a:endParaRPr>
          </a:p>
        </p:txBody>
      </p:sp>
    </p:spTree>
    <p:extLst>
      <p:ext uri="{BB962C8B-B14F-4D97-AF65-F5344CB8AC3E}">
        <p14:creationId xmlns:p14="http://schemas.microsoft.com/office/powerpoint/2010/main" val="1059866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E1ADE761-4162-0372-9634-1E205A073A89}"/>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F5B268FB-C68F-4BB8-ABDC-BBFA29D94626}"/>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un ejemplo!</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FFB2A1A0-1A1F-4EB8-7520-E27042DFB91F}"/>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3498524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56B6733E-E079-EBC8-6E0F-764258A01A97}"/>
            </a:ext>
          </a:extLst>
        </p:cNvPr>
        <p:cNvGrpSpPr/>
        <p:nvPr/>
      </p:nvGrpSpPr>
      <p:grpSpPr>
        <a:xfrm>
          <a:off x="0" y="0"/>
          <a:ext cx="0" cy="0"/>
          <a:chOff x="0" y="0"/>
          <a:chExt cx="0" cy="0"/>
        </a:xfrm>
      </p:grpSpPr>
      <p:pic>
        <p:nvPicPr>
          <p:cNvPr id="140" name="Google Shape;140;p25">
            <a:extLst>
              <a:ext uri="{FF2B5EF4-FFF2-40B4-BE49-F238E27FC236}">
                <a16:creationId xmlns:a16="http://schemas.microsoft.com/office/drawing/2014/main" id="{A01B5228-8AF1-AE62-7E0B-880ACC4BEE5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a:extLst>
              <a:ext uri="{FF2B5EF4-FFF2-40B4-BE49-F238E27FC236}">
                <a16:creationId xmlns:a16="http://schemas.microsoft.com/office/drawing/2014/main" id="{3834CEDA-606F-69A1-60FC-51E9F9E90318}"/>
              </a:ext>
            </a:extLst>
          </p:cNvPr>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Mundo SQL</a:t>
            </a:r>
            <a:endParaRPr sz="4000" dirty="0">
              <a:solidFill>
                <a:srgbClr val="1A1A1A"/>
              </a:solidFill>
              <a:latin typeface="Inter ExtraBold"/>
              <a:ea typeface="Inter ExtraBold"/>
              <a:cs typeface="Inter ExtraBold"/>
              <a:sym typeface="Inter ExtraBold"/>
            </a:endParaRPr>
          </a:p>
        </p:txBody>
      </p:sp>
      <p:sp>
        <p:nvSpPr>
          <p:cNvPr id="142" name="Google Shape;142;p25">
            <a:extLst>
              <a:ext uri="{FF2B5EF4-FFF2-40B4-BE49-F238E27FC236}">
                <a16:creationId xmlns:a16="http://schemas.microsoft.com/office/drawing/2014/main" id="{83FF1025-C447-882E-5BDA-6339646EB311}"/>
              </a:ext>
            </a:extLst>
          </p:cNvPr>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Imaginemos múltiples </a:t>
            </a:r>
            <a:r>
              <a:rPr lang="es-CO" sz="1600" b="1" dirty="0" err="1">
                <a:solidFill>
                  <a:srgbClr val="1A1A1A"/>
                </a:solidFill>
                <a:latin typeface="Inter"/>
                <a:ea typeface="Inter"/>
                <a:cs typeface="Inter"/>
                <a:sym typeface="Inter"/>
              </a:rPr>
              <a:t>dataframes</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sym typeface="Inter"/>
              </a:rPr>
              <a:t>Tenemos tablas, con atributos (columnas) dentro de un esquema (conjunto de tablas que comparten algo en común) dentro de una base de datos.</a:t>
            </a:r>
            <a:endParaRPr dirty="0">
              <a:solidFill>
                <a:srgbClr val="1A1A1A"/>
              </a:solidFill>
            </a:endParaRPr>
          </a:p>
        </p:txBody>
      </p:sp>
      <p:sp>
        <p:nvSpPr>
          <p:cNvPr id="143" name="Google Shape;143;p25">
            <a:extLst>
              <a:ext uri="{FF2B5EF4-FFF2-40B4-BE49-F238E27FC236}">
                <a16:creationId xmlns:a16="http://schemas.microsoft.com/office/drawing/2014/main" id="{86A28962-C5A3-66BF-D7A7-63D9CB2E3A6D}"/>
              </a:ext>
            </a:extLst>
          </p:cNvPr>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Aprendamos como visualizar una tabla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Sentencia SELECT.</a:t>
            </a:r>
            <a:endParaRPr dirty="0">
              <a:solidFill>
                <a:srgbClr val="1A1A1A"/>
              </a:solidFill>
            </a:endParaRPr>
          </a:p>
        </p:txBody>
      </p:sp>
      <p:sp>
        <p:nvSpPr>
          <p:cNvPr id="144" name="Google Shape;144;p25">
            <a:extLst>
              <a:ext uri="{FF2B5EF4-FFF2-40B4-BE49-F238E27FC236}">
                <a16:creationId xmlns:a16="http://schemas.microsoft.com/office/drawing/2014/main" id="{6935990D-4286-63C9-C155-4F618F674BF1}"/>
              </a:ext>
            </a:extLst>
          </p:cNvPr>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s-CO" sz="1600" b="1" dirty="0">
                <a:solidFill>
                  <a:srgbClr val="1A1A1A"/>
                </a:solidFill>
                <a:latin typeface="Inter"/>
                <a:ea typeface="Inter"/>
                <a:cs typeface="Inter"/>
                <a:sym typeface="Inter"/>
              </a:rPr>
              <a:t>Y ahora… como filtrar los elementos de una tabla</a:t>
            </a:r>
            <a:endParaRPr sz="1600" b="1" dirty="0">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Similar a usar un IF de Python.</a:t>
            </a: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Exploremos la sentencia WHERE.</a:t>
            </a:r>
          </a:p>
          <a:p>
            <a:pPr marL="0" lvl="0" indent="0" algn="l" rtl="0">
              <a:lnSpc>
                <a:spcPct val="115000"/>
              </a:lnSpc>
              <a:spcBef>
                <a:spcPts val="1200"/>
              </a:spcBef>
              <a:spcAft>
                <a:spcPts val="1200"/>
              </a:spcAft>
              <a:buNone/>
            </a:pPr>
            <a:r>
              <a:rPr lang="en" dirty="0">
                <a:solidFill>
                  <a:srgbClr val="1A1A1A"/>
                </a:solidFill>
                <a:latin typeface="Inter"/>
                <a:ea typeface="Inter"/>
                <a:cs typeface="Inter"/>
                <a:sym typeface="Inter"/>
              </a:rPr>
              <a:t>También tenemos IN.</a:t>
            </a:r>
          </a:p>
        </p:txBody>
      </p:sp>
    </p:spTree>
    <p:extLst>
      <p:ext uri="{BB962C8B-B14F-4D97-AF65-F5344CB8AC3E}">
        <p14:creationId xmlns:p14="http://schemas.microsoft.com/office/powerpoint/2010/main" val="1811984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A384B179-7EBC-E8D1-8AEF-F8F38FD751EE}"/>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0AD78F15-988B-B0BE-1113-60A022877AFC}"/>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chemeClr val="bg1"/>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Vamos un ejemplo!</a:t>
            </a:r>
            <a:endParaRPr sz="4800" dirty="0">
              <a:solidFill>
                <a:schemeClr val="bg1"/>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6B22FFFD-AADD-CFD7-1E00-94D91B4B8998}"/>
              </a:ext>
            </a:extLst>
          </p:cNvPr>
          <p:cNvPicPr preferRelativeResize="0"/>
          <p:nvPr/>
        </p:nvPicPr>
        <p:blipFill>
          <a:blip r:embed="rId4">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1658788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a:extLst>
            <a:ext uri="{FF2B5EF4-FFF2-40B4-BE49-F238E27FC236}">
              <a16:creationId xmlns:a16="http://schemas.microsoft.com/office/drawing/2014/main" id="{0D85662B-8D6A-8020-C1D3-9777490A3C40}"/>
            </a:ext>
          </a:extLst>
        </p:cNvPr>
        <p:cNvGrpSpPr/>
        <p:nvPr/>
      </p:nvGrpSpPr>
      <p:grpSpPr>
        <a:xfrm>
          <a:off x="0" y="0"/>
          <a:ext cx="0" cy="0"/>
          <a:chOff x="0" y="0"/>
          <a:chExt cx="0" cy="0"/>
        </a:xfrm>
      </p:grpSpPr>
      <p:sp>
        <p:nvSpPr>
          <p:cNvPr id="234" name="Google Shape;234;p35">
            <a:extLst>
              <a:ext uri="{FF2B5EF4-FFF2-40B4-BE49-F238E27FC236}">
                <a16:creationId xmlns:a16="http://schemas.microsoft.com/office/drawing/2014/main" id="{15E0749D-8A7A-A356-5EB7-1EE5D540B3A4}"/>
              </a:ext>
            </a:extLst>
          </p:cNvPr>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Kahoot!</a:t>
            </a:r>
            <a:endParaRPr sz="4800" dirty="0">
              <a:solidFill>
                <a:srgbClr val="F2F1EE"/>
              </a:solidFill>
              <a:latin typeface="Inter ExtraBold"/>
              <a:ea typeface="Inter ExtraBold"/>
              <a:cs typeface="Inter ExtraBold"/>
              <a:sym typeface="Inter ExtraBold"/>
            </a:endParaRPr>
          </a:p>
        </p:txBody>
      </p:sp>
      <p:pic>
        <p:nvPicPr>
          <p:cNvPr id="235" name="Google Shape;235;p35">
            <a:extLst>
              <a:ext uri="{FF2B5EF4-FFF2-40B4-BE49-F238E27FC236}">
                <a16:creationId xmlns:a16="http://schemas.microsoft.com/office/drawing/2014/main" id="{BA94B5B5-C753-BFD2-C489-FFE0EE89A439}"/>
              </a:ext>
            </a:extLst>
          </p:cNvPr>
          <p:cNvPicPr preferRelativeResize="0"/>
          <p:nvPr/>
        </p:nvPicPr>
        <p:blipFill>
          <a:blip r:embed="rId3">
            <a:alphaModFix/>
          </a:blip>
          <a:stretch>
            <a:fillRect/>
          </a:stretch>
        </p:blipFill>
        <p:spPr>
          <a:xfrm>
            <a:off x="228600" y="228600"/>
            <a:ext cx="868680" cy="191756"/>
          </a:xfrm>
          <a:prstGeom prst="rect">
            <a:avLst/>
          </a:prstGeom>
          <a:noFill/>
          <a:ln>
            <a:noFill/>
          </a:ln>
        </p:spPr>
      </p:pic>
    </p:spTree>
    <p:extLst>
      <p:ext uri="{BB962C8B-B14F-4D97-AF65-F5344CB8AC3E}">
        <p14:creationId xmlns:p14="http://schemas.microsoft.com/office/powerpoint/2010/main" val="4121483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Conocimos el lenguaje HTML</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Exploramos cómo interactuar con APIs</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Exploramos SQL</a:t>
            </a:r>
            <a:endParaRPr lang="es-ES"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Creando un proyecto básico</a:t>
            </a:r>
            <a:endParaRPr sz="4000" dirty="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s-CO" sz="2000" dirty="0">
                <a:solidFill>
                  <a:srgbClr val="1A1A1A"/>
                </a:solidFill>
                <a:latin typeface="Inter Medium"/>
                <a:ea typeface="Inter Medium"/>
                <a:cs typeface="Inter Medium"/>
                <a:sym typeface="Inter Medium"/>
              </a:rPr>
              <a:t>Crearemos un repositorio en GitHub para nuestra app.</a:t>
            </a:r>
            <a:endParaRPr sz="2000" dirty="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Montaremos un esquema básico de desarrollo de una app.</a:t>
            </a:r>
            <a:endParaRPr sz="2000" dirty="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000" dirty="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s-CO" sz="2000" dirty="0">
                <a:solidFill>
                  <a:srgbClr val="1A1A1A"/>
                </a:solidFill>
                <a:latin typeface="Inter Medium"/>
                <a:ea typeface="Inter Medium"/>
                <a:cs typeface="Inter Medium"/>
                <a:sym typeface="Inter Medium"/>
              </a:rPr>
              <a:t>Haremos nuestro </a:t>
            </a:r>
            <a:r>
              <a:rPr lang="es-CO" sz="2000" dirty="0" err="1">
                <a:solidFill>
                  <a:srgbClr val="1A1A1A"/>
                </a:solidFill>
                <a:latin typeface="Inter Medium"/>
                <a:ea typeface="Inter Medium"/>
                <a:cs typeface="Inter Medium"/>
                <a:sym typeface="Inter Medium"/>
              </a:rPr>
              <a:t>commit</a:t>
            </a:r>
            <a:r>
              <a:rPr lang="es-CO" sz="2000" dirty="0">
                <a:solidFill>
                  <a:srgbClr val="1A1A1A"/>
                </a:solidFill>
                <a:latin typeface="Inter Medium"/>
                <a:ea typeface="Inter Medium"/>
                <a:cs typeface="Inter Medium"/>
                <a:sym typeface="Inter Medium"/>
              </a:rPr>
              <a:t> al repositorio y ejecutaremos nuestra app!</a:t>
            </a:r>
            <a:endParaRPr sz="2000" dirty="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8686800" cy="3120895"/>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873</TotalTime>
  <Words>1796</Words>
  <Application>Microsoft Office PowerPoint</Application>
  <PresentationFormat>Presentación en pantalla (16:9)</PresentationFormat>
  <Paragraphs>202</Paragraphs>
  <Slides>55</Slides>
  <Notes>55</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55</vt:i4>
      </vt:variant>
    </vt:vector>
  </HeadingPairs>
  <TitlesOfParts>
    <vt:vector size="62" baseType="lpstr">
      <vt:lpstr>Inter Medium</vt:lpstr>
      <vt:lpstr>Inter ExtraBold</vt:lpstr>
      <vt:lpstr>Arial</vt:lpstr>
      <vt:lpstr>Roboto Mono</vt:lpstr>
      <vt:lpstr>Inter SemiBold</vt:lpstr>
      <vt:lpstr>Inter</vt:lpstr>
      <vt:lpstr>Simple Light</vt:lpstr>
      <vt:lpstr>Webinar 18 - Sprint 8 Introducción a SQL</vt:lpstr>
      <vt:lpstr>Agenda</vt:lpstr>
      <vt:lpstr>Acuerdos</vt:lpstr>
      <vt:lpstr>Objetivo</vt:lpstr>
      <vt:lpstr>Midamos los ánimos</vt:lpstr>
      <vt:lpstr>Recap</vt:lpstr>
      <vt:lpstr>Recap</vt:lpstr>
      <vt:lpstr>Repasemos algunos conceptos</vt:lpstr>
      <vt:lpstr>Vamos un ejemplo!</vt:lpstr>
      <vt:lpstr>Revisemos una página web</vt:lpstr>
      <vt:lpstr>Pero, ¿quién procesa estas solicitudes?</vt:lpstr>
      <vt:lpstr>Repasemos algunos conceptos</vt:lpstr>
      <vt:lpstr>Vamos un ejemplo!</vt:lpstr>
      <vt:lpstr>Mundo SQL</vt:lpstr>
      <vt:lpstr>Vamos un ejemplo!</vt:lpstr>
      <vt:lpstr>Vamos a Kahoot!</vt:lpstr>
      <vt:lpstr>Hora de cerrar ):</vt:lpstr>
      <vt:lpstr>¿Cómo te sientes luego de la sesión?</vt:lpstr>
      <vt:lpstr>Thanks      for coming!</vt:lpstr>
      <vt:lpstr>Creando un proyecto básico</vt:lpstr>
      <vt:lpstr>Slide title</vt:lpstr>
      <vt:lpstr>Slide title</vt:lpstr>
      <vt:lpstr>Slide title</vt:lpstr>
      <vt:lpstr>Slide title</vt:lpstr>
      <vt:lpstr>Slide title</vt:lpstr>
      <vt:lpstr>Slide title</vt:lpstr>
      <vt:lpstr>Slide title</vt:lpstr>
      <vt:lpstr>Slide title</vt:lpstr>
      <vt:lpstr>Code example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18</cp:revision>
  <dcterms:modified xsi:type="dcterms:W3CDTF">2025-03-23T20:08:33Z</dcterms:modified>
</cp:coreProperties>
</file>