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7"/>
  </p:notesMasterIdLst>
  <p:sldIdLst>
    <p:sldId id="256" r:id="rId2"/>
    <p:sldId id="258" r:id="rId3"/>
    <p:sldId id="305" r:id="rId4"/>
    <p:sldId id="275" r:id="rId5"/>
    <p:sldId id="278" r:id="rId6"/>
    <p:sldId id="264" r:id="rId7"/>
    <p:sldId id="328" r:id="rId8"/>
    <p:sldId id="329" r:id="rId9"/>
    <p:sldId id="326" r:id="rId10"/>
    <p:sldId id="331" r:id="rId11"/>
    <p:sldId id="332" r:id="rId12"/>
    <p:sldId id="333" r:id="rId13"/>
    <p:sldId id="330" r:id="rId14"/>
    <p:sldId id="334" r:id="rId15"/>
    <p:sldId id="335" r:id="rId16"/>
    <p:sldId id="316" r:id="rId17"/>
    <p:sldId id="304" r:id="rId18"/>
    <p:sldId id="306" r:id="rId19"/>
    <p:sldId id="281" r:id="rId20"/>
    <p:sldId id="274" r:id="rId21"/>
    <p:sldId id="263" r:id="rId22"/>
    <p:sldId id="265" r:id="rId23"/>
    <p:sldId id="266" r:id="rId24"/>
    <p:sldId id="267" r:id="rId25"/>
    <p:sldId id="268" r:id="rId26"/>
    <p:sldId id="269" r:id="rId27"/>
    <p:sldId id="270" r:id="rId28"/>
    <p:sldId id="271" r:id="rId29"/>
    <p:sldId id="272" r:id="rId30"/>
    <p:sldId id="273" r:id="rId31"/>
    <p:sldId id="276" r:id="rId32"/>
    <p:sldId id="279" r:id="rId33"/>
    <p:sldId id="280"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Lst>
  <p:sldSz cx="9144000" cy="5143500" type="screen16x9"/>
  <p:notesSz cx="6858000" cy="9144000"/>
  <p:embeddedFontLst>
    <p:embeddedFont>
      <p:font typeface="Inter" panose="020B0604020202020204" charset="0"/>
      <p:regular r:id="rId58"/>
      <p:bold r:id="rId59"/>
      <p:italic r:id="rId60"/>
      <p:boldItalic r:id="rId61"/>
    </p:embeddedFont>
    <p:embeddedFont>
      <p:font typeface="Inter ExtraBold" panose="020B0604020202020204" charset="0"/>
      <p:bold r:id="rId62"/>
      <p:boldItalic r:id="rId63"/>
    </p:embeddedFont>
    <p:embeddedFont>
      <p:font typeface="Inter Medium" panose="020B0604020202020204" charset="0"/>
      <p:regular r:id="rId64"/>
      <p:bold r:id="rId65"/>
      <p:italic r:id="rId66"/>
      <p:boldItalic r:id="rId67"/>
    </p:embeddedFont>
    <p:embeddedFont>
      <p:font typeface="Inter SemiBold" panose="020B0604020202020204" charset="0"/>
      <p:regular r:id="rId68"/>
      <p:bold r:id="rId69"/>
      <p:italic r:id="rId70"/>
      <p:boldItalic r:id="rId71"/>
    </p:embeddedFont>
    <p:embeddedFont>
      <p:font typeface="Roboto Mono" panose="00000009000000000000" pitchFamily="49"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748" y="56"/>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font" Target="fonts/font17.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D257D7E-0240-CE0F-772E-EA48DEB937EA}"/>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A4C2B552-BC6F-2995-204A-49942A58C8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0535C4EC-FA85-E409-D5BF-D3487A2BC1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1766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54CD123-5108-7A85-B343-295BFDC9DECD}"/>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920608AC-5C0E-F0C1-16A5-DDED3780E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4DC64C88-8D2D-8E34-32CA-271BB9F3FD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6719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034C332-4CEE-17F6-83E5-BD193F3BFD6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6BA87B82-9237-82CA-F3A4-32EABEECCF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A5D79E13-2B7B-0E23-6764-03720D98AD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5533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DC306E84-687D-1198-5BDC-06CC9DDA7A1C}"/>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1C77E0A0-B515-A4B8-D2AC-B36958437F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0CDCA93C-A1D9-DDA6-FA9E-151B24A5AC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8992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2B98414E-CD4F-0605-04B6-0FC776441975}"/>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8B2D4CBC-A752-44BF-CD6F-4CFAE67285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FD86A64D-DD20-8AFE-4707-E693F58407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9410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3AA0A5E0-15BD-4CBB-A2AB-4E6123A63DEE}"/>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329F839C-8659-4D0D-2D1B-E895AB9EE4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B1E02C05-C683-1256-F2E6-E401DF67AD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8480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7DBC73FF-EE55-0B02-E1FC-5F1B0BDF19FA}"/>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C20C1ABA-45F9-C5A4-B2A3-7A3A15856E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9C896AF1-2C9E-BC86-7EAD-2A253A273D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2823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F335089E-7F49-6506-0BF1-1B1FE6F20FDF}"/>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4A0A53A4-CDE4-5612-5236-C8F346BC21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F5ACFA36-8490-F61C-0F40-EAFD79252E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6321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0F554ADA-D280-05AA-BF15-ACBE36C1E411}"/>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3BFF370C-2886-FA39-9B17-CF2BEDEA83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6F81F80E-5EDC-ECC7-0EFF-D674B1C581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2450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13.jp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6" Type="http://schemas.openxmlformats.org/officeDocument/2006/relationships/image" Target="../media/image39.png"/><Relationship Id="rId21" Type="http://schemas.openxmlformats.org/officeDocument/2006/relationships/image" Target="../media/image34.png"/><Relationship Id="rId34" Type="http://schemas.openxmlformats.org/officeDocument/2006/relationships/image" Target="../media/image47.png"/><Relationship Id="rId42" Type="http://schemas.openxmlformats.org/officeDocument/2006/relationships/image" Target="../media/image55.png"/><Relationship Id="rId47" Type="http://schemas.openxmlformats.org/officeDocument/2006/relationships/image" Target="../media/image60.png"/><Relationship Id="rId50" Type="http://schemas.openxmlformats.org/officeDocument/2006/relationships/image" Target="../media/image63.png"/><Relationship Id="rId55" Type="http://schemas.openxmlformats.org/officeDocument/2006/relationships/image" Target="../media/image68.png"/><Relationship Id="rId63" Type="http://schemas.openxmlformats.org/officeDocument/2006/relationships/image" Target="../media/image75.png"/><Relationship Id="rId68" Type="http://schemas.openxmlformats.org/officeDocument/2006/relationships/image" Target="../media/image80.png"/><Relationship Id="rId7" Type="http://schemas.openxmlformats.org/officeDocument/2006/relationships/image" Target="../media/image20.png"/><Relationship Id="rId2" Type="http://schemas.openxmlformats.org/officeDocument/2006/relationships/notesSlide" Target="../notesSlides/notesSlide36.xml"/><Relationship Id="rId16" Type="http://schemas.openxmlformats.org/officeDocument/2006/relationships/image" Target="../media/image29.png"/><Relationship Id="rId29" Type="http://schemas.openxmlformats.org/officeDocument/2006/relationships/image" Target="../media/image42.png"/><Relationship Id="rId11" Type="http://schemas.openxmlformats.org/officeDocument/2006/relationships/image" Target="../media/image24.png"/><Relationship Id="rId24" Type="http://schemas.openxmlformats.org/officeDocument/2006/relationships/image" Target="../media/image37.png"/><Relationship Id="rId32" Type="http://schemas.openxmlformats.org/officeDocument/2006/relationships/image" Target="../media/image45.png"/><Relationship Id="rId37" Type="http://schemas.openxmlformats.org/officeDocument/2006/relationships/image" Target="../media/image50.png"/><Relationship Id="rId40" Type="http://schemas.openxmlformats.org/officeDocument/2006/relationships/image" Target="../media/image53.png"/><Relationship Id="rId45" Type="http://schemas.openxmlformats.org/officeDocument/2006/relationships/image" Target="../media/image58.png"/><Relationship Id="rId53" Type="http://schemas.openxmlformats.org/officeDocument/2006/relationships/image" Target="../media/image66.png"/><Relationship Id="rId58" Type="http://schemas.openxmlformats.org/officeDocument/2006/relationships/image" Target="../media/image12.png"/><Relationship Id="rId66" Type="http://schemas.openxmlformats.org/officeDocument/2006/relationships/image" Target="../media/image78.png"/><Relationship Id="rId5" Type="http://schemas.openxmlformats.org/officeDocument/2006/relationships/image" Target="../media/image18.png"/><Relationship Id="rId61" Type="http://schemas.openxmlformats.org/officeDocument/2006/relationships/image" Target="../media/image73.png"/><Relationship Id="rId19" Type="http://schemas.openxmlformats.org/officeDocument/2006/relationships/image" Target="../media/image32.png"/><Relationship Id="rId14" Type="http://schemas.openxmlformats.org/officeDocument/2006/relationships/image" Target="../media/image27.png"/><Relationship Id="rId22" Type="http://schemas.openxmlformats.org/officeDocument/2006/relationships/image" Target="../media/image35.png"/><Relationship Id="rId27" Type="http://schemas.openxmlformats.org/officeDocument/2006/relationships/image" Target="../media/image40.png"/><Relationship Id="rId30" Type="http://schemas.openxmlformats.org/officeDocument/2006/relationships/image" Target="../media/image43.png"/><Relationship Id="rId35" Type="http://schemas.openxmlformats.org/officeDocument/2006/relationships/image" Target="../media/image48.png"/><Relationship Id="rId43" Type="http://schemas.openxmlformats.org/officeDocument/2006/relationships/image" Target="../media/image56.png"/><Relationship Id="rId48" Type="http://schemas.openxmlformats.org/officeDocument/2006/relationships/image" Target="../media/image61.png"/><Relationship Id="rId56" Type="http://schemas.openxmlformats.org/officeDocument/2006/relationships/image" Target="../media/image69.png"/><Relationship Id="rId64" Type="http://schemas.openxmlformats.org/officeDocument/2006/relationships/image" Target="../media/image76.png"/><Relationship Id="rId8" Type="http://schemas.openxmlformats.org/officeDocument/2006/relationships/image" Target="../media/image21.png"/><Relationship Id="rId51" Type="http://schemas.openxmlformats.org/officeDocument/2006/relationships/image" Target="../media/image64.png"/><Relationship Id="rId3" Type="http://schemas.openxmlformats.org/officeDocument/2006/relationships/image" Target="../media/image16.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png"/><Relationship Id="rId33" Type="http://schemas.openxmlformats.org/officeDocument/2006/relationships/image" Target="../media/image46.png"/><Relationship Id="rId38" Type="http://schemas.openxmlformats.org/officeDocument/2006/relationships/image" Target="../media/image51.png"/><Relationship Id="rId46" Type="http://schemas.openxmlformats.org/officeDocument/2006/relationships/image" Target="../media/image59.png"/><Relationship Id="rId59" Type="http://schemas.openxmlformats.org/officeDocument/2006/relationships/image" Target="../media/image71.png"/><Relationship Id="rId67" Type="http://schemas.openxmlformats.org/officeDocument/2006/relationships/image" Target="../media/image79.png"/><Relationship Id="rId20" Type="http://schemas.openxmlformats.org/officeDocument/2006/relationships/image" Target="../media/image33.png"/><Relationship Id="rId41" Type="http://schemas.openxmlformats.org/officeDocument/2006/relationships/image" Target="../media/image54.png"/><Relationship Id="rId54" Type="http://schemas.openxmlformats.org/officeDocument/2006/relationships/image" Target="../media/image67.png"/><Relationship Id="rId62" Type="http://schemas.openxmlformats.org/officeDocument/2006/relationships/image" Target="../media/image74.png"/><Relationship Id="rId1" Type="http://schemas.openxmlformats.org/officeDocument/2006/relationships/slideLayout" Target="../slideLayouts/slideLayout11.xml"/><Relationship Id="rId6" Type="http://schemas.openxmlformats.org/officeDocument/2006/relationships/image" Target="../media/image19.png"/><Relationship Id="rId15" Type="http://schemas.openxmlformats.org/officeDocument/2006/relationships/image" Target="../media/image28.png"/><Relationship Id="rId23" Type="http://schemas.openxmlformats.org/officeDocument/2006/relationships/image" Target="../media/image36.png"/><Relationship Id="rId28" Type="http://schemas.openxmlformats.org/officeDocument/2006/relationships/image" Target="../media/image41.png"/><Relationship Id="rId36" Type="http://schemas.openxmlformats.org/officeDocument/2006/relationships/image" Target="../media/image49.png"/><Relationship Id="rId49" Type="http://schemas.openxmlformats.org/officeDocument/2006/relationships/image" Target="../media/image62.png"/><Relationship Id="rId57" Type="http://schemas.openxmlformats.org/officeDocument/2006/relationships/image" Target="../media/image70.png"/><Relationship Id="rId10" Type="http://schemas.openxmlformats.org/officeDocument/2006/relationships/image" Target="../media/image23.png"/><Relationship Id="rId31" Type="http://schemas.openxmlformats.org/officeDocument/2006/relationships/image" Target="../media/image44.png"/><Relationship Id="rId44" Type="http://schemas.openxmlformats.org/officeDocument/2006/relationships/image" Target="../media/image57.png"/><Relationship Id="rId52" Type="http://schemas.openxmlformats.org/officeDocument/2006/relationships/image" Target="../media/image65.png"/><Relationship Id="rId60" Type="http://schemas.openxmlformats.org/officeDocument/2006/relationships/image" Target="../media/image72.png"/><Relationship Id="rId65" Type="http://schemas.openxmlformats.org/officeDocument/2006/relationships/image" Target="../media/image77.png"/><Relationship Id="rId4" Type="http://schemas.openxmlformats.org/officeDocument/2006/relationships/image" Target="../media/image17.png"/><Relationship Id="rId9" Type="http://schemas.openxmlformats.org/officeDocument/2006/relationships/image" Target="../media/image22.png"/><Relationship Id="rId13" Type="http://schemas.openxmlformats.org/officeDocument/2006/relationships/image" Target="../media/image26.png"/><Relationship Id="rId18" Type="http://schemas.openxmlformats.org/officeDocument/2006/relationships/image" Target="../media/image31.png"/><Relationship Id="rId39" Type="http://schemas.openxmlformats.org/officeDocument/2006/relationships/image" Target="../media/image52.png"/></Relationships>
</file>

<file path=ppt/slides/_rels/slide37.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104.png"/><Relationship Id="rId39" Type="http://schemas.openxmlformats.org/officeDocument/2006/relationships/image" Target="../media/image117.png"/><Relationship Id="rId21" Type="http://schemas.openxmlformats.org/officeDocument/2006/relationships/image" Target="../media/image99.png"/><Relationship Id="rId34" Type="http://schemas.openxmlformats.org/officeDocument/2006/relationships/image" Target="../media/image112.png"/><Relationship Id="rId42" Type="http://schemas.openxmlformats.org/officeDocument/2006/relationships/image" Target="../media/image120.png"/><Relationship Id="rId47" Type="http://schemas.openxmlformats.org/officeDocument/2006/relationships/image" Target="../media/image125.png"/><Relationship Id="rId50" Type="http://schemas.openxmlformats.org/officeDocument/2006/relationships/image" Target="../media/image128.png"/><Relationship Id="rId55" Type="http://schemas.openxmlformats.org/officeDocument/2006/relationships/image" Target="../media/image133.png"/><Relationship Id="rId63" Type="http://schemas.openxmlformats.org/officeDocument/2006/relationships/image" Target="../media/image141.png"/><Relationship Id="rId7" Type="http://schemas.openxmlformats.org/officeDocument/2006/relationships/image" Target="../media/image85.png"/><Relationship Id="rId2" Type="http://schemas.openxmlformats.org/officeDocument/2006/relationships/notesSlide" Target="../notesSlides/notesSlide37.xml"/><Relationship Id="rId16" Type="http://schemas.openxmlformats.org/officeDocument/2006/relationships/image" Target="../media/image94.png"/><Relationship Id="rId29" Type="http://schemas.openxmlformats.org/officeDocument/2006/relationships/image" Target="../media/image107.png"/><Relationship Id="rId11" Type="http://schemas.openxmlformats.org/officeDocument/2006/relationships/image" Target="../media/image89.png"/><Relationship Id="rId24" Type="http://schemas.openxmlformats.org/officeDocument/2006/relationships/image" Target="../media/image102.png"/><Relationship Id="rId32" Type="http://schemas.openxmlformats.org/officeDocument/2006/relationships/image" Target="../media/image110.png"/><Relationship Id="rId37" Type="http://schemas.openxmlformats.org/officeDocument/2006/relationships/image" Target="../media/image115.png"/><Relationship Id="rId40" Type="http://schemas.openxmlformats.org/officeDocument/2006/relationships/image" Target="../media/image118.png"/><Relationship Id="rId45" Type="http://schemas.openxmlformats.org/officeDocument/2006/relationships/image" Target="../media/image123.png"/><Relationship Id="rId53" Type="http://schemas.openxmlformats.org/officeDocument/2006/relationships/image" Target="../media/image131.png"/><Relationship Id="rId58" Type="http://schemas.openxmlformats.org/officeDocument/2006/relationships/image" Target="../media/image136.png"/><Relationship Id="rId5" Type="http://schemas.openxmlformats.org/officeDocument/2006/relationships/image" Target="../media/image83.png"/><Relationship Id="rId61" Type="http://schemas.openxmlformats.org/officeDocument/2006/relationships/image" Target="../media/image139.png"/><Relationship Id="rId19" Type="http://schemas.openxmlformats.org/officeDocument/2006/relationships/image" Target="../media/image97.png"/><Relationship Id="rId14" Type="http://schemas.openxmlformats.org/officeDocument/2006/relationships/image" Target="../media/image92.png"/><Relationship Id="rId22" Type="http://schemas.openxmlformats.org/officeDocument/2006/relationships/image" Target="../media/image100.png"/><Relationship Id="rId27" Type="http://schemas.openxmlformats.org/officeDocument/2006/relationships/image" Target="../media/image105.png"/><Relationship Id="rId30" Type="http://schemas.openxmlformats.org/officeDocument/2006/relationships/image" Target="../media/image108.png"/><Relationship Id="rId35" Type="http://schemas.openxmlformats.org/officeDocument/2006/relationships/image" Target="../media/image113.png"/><Relationship Id="rId43" Type="http://schemas.openxmlformats.org/officeDocument/2006/relationships/image" Target="../media/image121.png"/><Relationship Id="rId48" Type="http://schemas.openxmlformats.org/officeDocument/2006/relationships/image" Target="../media/image126.png"/><Relationship Id="rId56" Type="http://schemas.openxmlformats.org/officeDocument/2006/relationships/image" Target="../media/image134.png"/><Relationship Id="rId8" Type="http://schemas.openxmlformats.org/officeDocument/2006/relationships/image" Target="../media/image86.png"/><Relationship Id="rId51" Type="http://schemas.openxmlformats.org/officeDocument/2006/relationships/image" Target="../media/image129.png"/><Relationship Id="rId3" Type="http://schemas.openxmlformats.org/officeDocument/2006/relationships/image" Target="../media/image81.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3.png"/><Relationship Id="rId33" Type="http://schemas.openxmlformats.org/officeDocument/2006/relationships/image" Target="../media/image111.png"/><Relationship Id="rId38" Type="http://schemas.openxmlformats.org/officeDocument/2006/relationships/image" Target="../media/image116.png"/><Relationship Id="rId46" Type="http://schemas.openxmlformats.org/officeDocument/2006/relationships/image" Target="../media/image124.png"/><Relationship Id="rId59" Type="http://schemas.openxmlformats.org/officeDocument/2006/relationships/image" Target="../media/image137.png"/><Relationship Id="rId20" Type="http://schemas.openxmlformats.org/officeDocument/2006/relationships/image" Target="../media/image98.png"/><Relationship Id="rId41" Type="http://schemas.openxmlformats.org/officeDocument/2006/relationships/image" Target="../media/image119.png"/><Relationship Id="rId54" Type="http://schemas.openxmlformats.org/officeDocument/2006/relationships/image" Target="../media/image132.png"/><Relationship Id="rId62" Type="http://schemas.openxmlformats.org/officeDocument/2006/relationships/image" Target="../media/image140.png"/><Relationship Id="rId1" Type="http://schemas.openxmlformats.org/officeDocument/2006/relationships/slideLayout" Target="../slideLayouts/slideLayout11.xml"/><Relationship Id="rId6" Type="http://schemas.openxmlformats.org/officeDocument/2006/relationships/image" Target="../media/image84.png"/><Relationship Id="rId15" Type="http://schemas.openxmlformats.org/officeDocument/2006/relationships/image" Target="../media/image93.png"/><Relationship Id="rId23" Type="http://schemas.openxmlformats.org/officeDocument/2006/relationships/image" Target="../media/image101.png"/><Relationship Id="rId28" Type="http://schemas.openxmlformats.org/officeDocument/2006/relationships/image" Target="../media/image106.png"/><Relationship Id="rId36" Type="http://schemas.openxmlformats.org/officeDocument/2006/relationships/image" Target="../media/image114.png"/><Relationship Id="rId49" Type="http://schemas.openxmlformats.org/officeDocument/2006/relationships/image" Target="../media/image127.png"/><Relationship Id="rId57" Type="http://schemas.openxmlformats.org/officeDocument/2006/relationships/image" Target="../media/image135.png"/><Relationship Id="rId10" Type="http://schemas.openxmlformats.org/officeDocument/2006/relationships/image" Target="../media/image88.png"/><Relationship Id="rId31" Type="http://schemas.openxmlformats.org/officeDocument/2006/relationships/image" Target="../media/image109.png"/><Relationship Id="rId44" Type="http://schemas.openxmlformats.org/officeDocument/2006/relationships/image" Target="../media/image122.png"/><Relationship Id="rId52" Type="http://schemas.openxmlformats.org/officeDocument/2006/relationships/image" Target="../media/image130.png"/><Relationship Id="rId60" Type="http://schemas.openxmlformats.org/officeDocument/2006/relationships/image" Target="../media/image138.png"/><Relationship Id="rId4" Type="http://schemas.openxmlformats.org/officeDocument/2006/relationships/image" Target="../media/image82.png"/><Relationship Id="rId9" Type="http://schemas.openxmlformats.org/officeDocument/2006/relationships/image" Target="../media/image87.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notesSlide" Target="../notesSlides/notesSlide40.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41.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41.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42.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2.xml"/><Relationship Id="rId1" Type="http://schemas.openxmlformats.org/officeDocument/2006/relationships/slideLayout" Target="../slideLayouts/slideLayout11.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43.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56.png"/></Relationships>
</file>

<file path=ppt/slides/_rels/slide44.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44.xml"/><Relationship Id="rId1" Type="http://schemas.openxmlformats.org/officeDocument/2006/relationships/slideLayout" Target="../slideLayouts/slideLayout11.xml"/><Relationship Id="rId5" Type="http://schemas.openxmlformats.org/officeDocument/2006/relationships/image" Target="../media/image159.png"/><Relationship Id="rId4" Type="http://schemas.openxmlformats.org/officeDocument/2006/relationships/image" Target="../media/image158.png"/></Relationships>
</file>

<file path=ppt/slides/_rels/slide4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62.png"/><Relationship Id="rId4" Type="http://schemas.openxmlformats.org/officeDocument/2006/relationships/image" Target="../media/image161.png"/></Relationships>
</file>

<file path=ppt/slides/_rels/slide46.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6.xml"/><Relationship Id="rId1" Type="http://schemas.openxmlformats.org/officeDocument/2006/relationships/slideLayout" Target="../slideLayouts/slideLayout11.xml"/><Relationship Id="rId4" Type="http://schemas.openxmlformats.org/officeDocument/2006/relationships/image" Target="../media/image164.png"/></Relationships>
</file>

<file path=ppt/slides/_rels/slide47.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7.xml"/><Relationship Id="rId1" Type="http://schemas.openxmlformats.org/officeDocument/2006/relationships/slideLayout" Target="../slideLayouts/slideLayout11.xml"/><Relationship Id="rId4" Type="http://schemas.openxmlformats.org/officeDocument/2006/relationships/image" Target="../media/image166.png"/></Relationships>
</file>

<file path=ppt/slides/_rels/slide48.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51.xml"/><Relationship Id="rId1" Type="http://schemas.openxmlformats.org/officeDocument/2006/relationships/slideLayout" Target="../slideLayouts/slideLayout11.xml"/><Relationship Id="rId5" Type="http://schemas.openxmlformats.org/officeDocument/2006/relationships/image" Target="../media/image172.png"/><Relationship Id="rId4" Type="http://schemas.openxmlformats.org/officeDocument/2006/relationships/image" Target="../media/image171.png"/></Relationships>
</file>

<file path=ppt/slides/_rels/slide52.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52.xml"/><Relationship Id="rId1" Type="http://schemas.openxmlformats.org/officeDocument/2006/relationships/slideLayout" Target="../slideLayouts/slideLayout11.xml"/><Relationship Id="rId4" Type="http://schemas.openxmlformats.org/officeDocument/2006/relationships/image" Target="../media/image174.png"/></Relationships>
</file>

<file path=ppt/slides/_rels/slide53.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53.xml"/><Relationship Id="rId1" Type="http://schemas.openxmlformats.org/officeDocument/2006/relationships/slideLayout" Target="../slideLayouts/slideLayout11.xml"/><Relationship Id="rId4" Type="http://schemas.openxmlformats.org/officeDocument/2006/relationships/image" Target="../media/image176.png"/></Relationships>
</file>

<file path=ppt/slides/_rels/slide54.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54.xml"/><Relationship Id="rId1" Type="http://schemas.openxmlformats.org/officeDocument/2006/relationships/slideLayout" Target="../slideLayouts/slideLayout11.xml"/><Relationship Id="rId5" Type="http://schemas.openxmlformats.org/officeDocument/2006/relationships/image" Target="../media/image179.png"/><Relationship Id="rId4" Type="http://schemas.openxmlformats.org/officeDocument/2006/relationships/image" Target="../media/image178.png"/></Relationships>
</file>

<file path=ppt/slides/_rels/slide5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55.xml"/><Relationship Id="rId1" Type="http://schemas.openxmlformats.org/officeDocument/2006/relationships/slideLayout" Target="../slideLayouts/slideLayout11.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20 - Sprint 9</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Introducción a Machine </a:t>
            </a:r>
            <a:r>
              <a:rPr lang="es-CO" sz="2000" dirty="0" err="1">
                <a:solidFill>
                  <a:srgbClr val="1A1A1A"/>
                </a:solidFill>
                <a:latin typeface="Inter"/>
                <a:ea typeface="Inter"/>
                <a:cs typeface="Inter ExtraBold"/>
                <a:sym typeface="Inter"/>
              </a:rPr>
              <a:t>Learning</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Flujo de un modelo</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Qué es un modelo de ML?</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Arbol</a:t>
            </a:r>
            <a:r>
              <a:rPr lang="es-CO" sz="2400" dirty="0">
                <a:solidFill>
                  <a:srgbClr val="1A1A1A"/>
                </a:solidFill>
                <a:latin typeface="Inter"/>
                <a:ea typeface="Inter"/>
                <a:cs typeface="Inter"/>
                <a:sym typeface="Inter"/>
              </a:rPr>
              <a:t> de decisión</a:t>
            </a: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Aletoriedad</a:t>
            </a: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Ajuste de un modelo de ML</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Bosque de arboles</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Regresión logística</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Explorar los conceptos de machine </a:t>
            </a:r>
            <a:r>
              <a:rPr lang="es-ES" sz="1800" dirty="0" err="1"/>
              <a:t>learning</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Generar nuestro primeros modelos de machine </a:t>
            </a:r>
            <a:r>
              <a:rPr lang="es-CO" sz="1800" dirty="0" err="1"/>
              <a:t>learning</a:t>
            </a:r>
            <a:endParaRPr lang="es-CO"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Establecer métricas de evaluación</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 name="Picture 2">
            <a:extLst>
              <a:ext uri="{FF2B5EF4-FFF2-40B4-BE49-F238E27FC236}">
                <a16:creationId xmlns:a16="http://schemas.microsoft.com/office/drawing/2014/main" id="{47A611AD-F384-2424-BD03-260FEC3E809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859"/>
          <a:stretch/>
        </p:blipFill>
        <p:spPr bwMode="auto">
          <a:xfrm>
            <a:off x="3611852" y="0"/>
            <a:ext cx="5255057"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33">
          <a:extLst>
            <a:ext uri="{FF2B5EF4-FFF2-40B4-BE49-F238E27FC236}">
              <a16:creationId xmlns:a16="http://schemas.microsoft.com/office/drawing/2014/main" id="{3F58713C-6357-B5A6-C5D2-9E6F3FEBC0D7}"/>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9C49B60D-AD0B-9E1A-1BAB-CB5C6E751CFF}"/>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Flujo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6A8F4859-006B-4AD9-972A-599F1491F69B}"/>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pic>
        <p:nvPicPr>
          <p:cNvPr id="2" name="Imagen 1">
            <a:extLst>
              <a:ext uri="{FF2B5EF4-FFF2-40B4-BE49-F238E27FC236}">
                <a16:creationId xmlns:a16="http://schemas.microsoft.com/office/drawing/2014/main" id="{3314AD10-E5D5-AD80-BD24-2FAE0D34A3BD}"/>
              </a:ext>
            </a:extLst>
          </p:cNvPr>
          <p:cNvPicPr>
            <a:picLocks noChangeAspect="1"/>
          </p:cNvPicPr>
          <p:nvPr/>
        </p:nvPicPr>
        <p:blipFill>
          <a:blip r:embed="rId4"/>
          <a:stretch>
            <a:fillRect/>
          </a:stretch>
        </p:blipFill>
        <p:spPr>
          <a:xfrm>
            <a:off x="4554728" y="36744"/>
            <a:ext cx="4492397" cy="4915000"/>
          </a:xfrm>
          <a:prstGeom prst="rect">
            <a:avLst/>
          </a:prstGeom>
        </p:spPr>
      </p:pic>
    </p:spTree>
    <p:extLst>
      <p:ext uri="{BB962C8B-B14F-4D97-AF65-F5344CB8AC3E}">
        <p14:creationId xmlns:p14="http://schemas.microsoft.com/office/powerpoint/2010/main" val="196760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DB05AF66-CDA6-6441-F32D-C215BDA57E4B}"/>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50ED78EE-D82B-BCA9-792A-D048FFE2CB9D}"/>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D52AAD0E-D5FF-1F94-CDC7-8CF29BB2FFC9}"/>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Cómo aprenden las máquinas?</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5AFA380D-96E4-4854-06E8-72397F3BD95C}"/>
              </a:ext>
            </a:extLst>
          </p:cNvPr>
          <p:cNvPicPr>
            <a:picLocks noChangeAspect="1"/>
          </p:cNvPicPr>
          <p:nvPr/>
        </p:nvPicPr>
        <p:blipFill>
          <a:blip r:embed="rId4"/>
          <a:stretch>
            <a:fillRect/>
          </a:stretch>
        </p:blipFill>
        <p:spPr>
          <a:xfrm>
            <a:off x="1852907" y="1225164"/>
            <a:ext cx="5008536" cy="3756402"/>
          </a:xfrm>
          <a:prstGeom prst="rect">
            <a:avLst/>
          </a:prstGeom>
        </p:spPr>
      </p:pic>
    </p:spTree>
    <p:extLst>
      <p:ext uri="{BB962C8B-B14F-4D97-AF65-F5344CB8AC3E}">
        <p14:creationId xmlns:p14="http://schemas.microsoft.com/office/powerpoint/2010/main" val="260907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052F296C-0E29-3E49-1571-ABBA6421E725}"/>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DD80383A-25F9-9B14-EFBE-23F434776F9C}"/>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8DEBD199-7431-5D9F-CF7E-020DA5A0FDAE}"/>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Arbol de decisión</a:t>
            </a:r>
            <a:endParaRPr sz="4000" dirty="0">
              <a:solidFill>
                <a:srgbClr val="1A1A1A"/>
              </a:solidFill>
              <a:latin typeface="Inter ExtraBold"/>
              <a:ea typeface="Inter ExtraBold"/>
              <a:cs typeface="Inter ExtraBold"/>
              <a:sym typeface="Inter ExtraBold"/>
            </a:endParaRPr>
          </a:p>
        </p:txBody>
      </p:sp>
      <p:pic>
        <p:nvPicPr>
          <p:cNvPr id="1026" name="Picture 2" descr="Arboles de decision y Random Forest">
            <a:extLst>
              <a:ext uri="{FF2B5EF4-FFF2-40B4-BE49-F238E27FC236}">
                <a16:creationId xmlns:a16="http://schemas.microsoft.com/office/drawing/2014/main" id="{AB4EB0A2-2F8A-0815-AF12-23E927026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439" y="1210619"/>
            <a:ext cx="7121471" cy="3932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602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E9320A66-EB98-5533-B0C4-86437C20E676}"/>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BED43E76-67E7-0C97-A848-371E229BF93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4863BBCB-B211-7355-FBFC-2FC69D62D633}"/>
              </a:ext>
            </a:extLst>
          </p:cNvPr>
          <p:cNvSpPr txBox="1">
            <a:spLocks noGrp="1"/>
          </p:cNvSpPr>
          <p:nvPr>
            <p:ph type="ctrTitle"/>
          </p:nvPr>
        </p:nvSpPr>
        <p:spPr>
          <a:xfrm>
            <a:off x="228600" y="2005802"/>
            <a:ext cx="8520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En dónde está el aprendizaje automático?</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3011395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1EF0CB21-DD7B-D821-0F1B-CC47DB17B030}"/>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FDCCF364-5D0B-D583-9D00-17033A7A07DA}"/>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6617BFA2-2962-8DAE-F63E-CD816F3CA1D9}"/>
              </a:ext>
            </a:extLst>
          </p:cNvPr>
          <p:cNvSpPr txBox="1">
            <a:spLocks noGrp="1"/>
          </p:cNvSpPr>
          <p:nvPr>
            <p:ph type="ctrTitle"/>
          </p:nvPr>
        </p:nvSpPr>
        <p:spPr>
          <a:xfrm>
            <a:off x="228600" y="2005802"/>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si</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1222554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671941FF-9D81-E6FF-96F3-2AD34F2D4E8E}"/>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16DB4B54-1E42-C6F1-9509-8C3E809FD12F}"/>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B9A1AE26-61BE-15AE-7FE7-F31DEA0634BA}"/>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Hablemos de la aleatoriedad</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633E34E2-7B56-9ACD-379D-CA8C66833FA1}"/>
              </a:ext>
            </a:extLst>
          </p:cNvPr>
          <p:cNvPicPr>
            <a:picLocks noChangeAspect="1"/>
          </p:cNvPicPr>
          <p:nvPr/>
        </p:nvPicPr>
        <p:blipFill>
          <a:blip r:embed="rId4"/>
          <a:srcRect l="24745" t="22448" r="10509" b="10358"/>
          <a:stretch/>
        </p:blipFill>
        <p:spPr>
          <a:xfrm>
            <a:off x="1611823" y="1340604"/>
            <a:ext cx="5920353" cy="3456122"/>
          </a:xfrm>
          <a:prstGeom prst="rect">
            <a:avLst/>
          </a:prstGeom>
        </p:spPr>
      </p:pic>
    </p:spTree>
    <p:extLst>
      <p:ext uri="{BB962C8B-B14F-4D97-AF65-F5344CB8AC3E}">
        <p14:creationId xmlns:p14="http://schemas.microsoft.com/office/powerpoint/2010/main" val="3549097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8B55F067-8018-619C-BC78-2861993EAAAC}"/>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AD4E6D53-FEFC-EADF-78F7-5E3491BC993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9C90521E-7150-2525-1B97-063F9142EF01}"/>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Ser precisos</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0281D4A6-14C3-96D6-D823-2C1E613BE289}"/>
              </a:ext>
            </a:extLst>
          </p:cNvPr>
          <p:cNvPicPr>
            <a:picLocks noChangeAspect="1"/>
          </p:cNvPicPr>
          <p:nvPr/>
        </p:nvPicPr>
        <p:blipFill>
          <a:blip r:embed="rId4"/>
          <a:stretch>
            <a:fillRect/>
          </a:stretch>
        </p:blipFill>
        <p:spPr>
          <a:xfrm>
            <a:off x="1484129" y="1225164"/>
            <a:ext cx="6175742" cy="3706570"/>
          </a:xfrm>
          <a:prstGeom prst="rect">
            <a:avLst/>
          </a:prstGeom>
        </p:spPr>
      </p:pic>
    </p:spTree>
    <p:extLst>
      <p:ext uri="{BB962C8B-B14F-4D97-AF65-F5344CB8AC3E}">
        <p14:creationId xmlns:p14="http://schemas.microsoft.com/office/powerpoint/2010/main" val="169058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E119FE82-5368-AA37-883D-0C60C340A914}"/>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02762C1E-37AD-6CA5-872B-BACF8C2CFCC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E2B7A986-305C-D948-7CF3-D3B4A0A06D93}"/>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Sobre ajuste y subajuste</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2791443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C778D01E-CC8F-F5D8-F862-9784DEDD7764}"/>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B023B642-F7E8-30F6-F089-3B6F91A86D4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7EEDC262-98E4-C2B3-6F13-1175EC70CAE9}"/>
              </a:ext>
            </a:extLst>
          </p:cNvPr>
          <p:cNvSpPr txBox="1">
            <a:spLocks noGrp="1"/>
          </p:cNvSpPr>
          <p:nvPr>
            <p:ph type="ctrTitle"/>
          </p:nvPr>
        </p:nvSpPr>
        <p:spPr>
          <a:xfrm>
            <a:off x="96875" y="424975"/>
            <a:ext cx="8520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Dos árboles piensan mejor que uno</a:t>
            </a:r>
            <a:endParaRPr sz="4000" dirty="0">
              <a:solidFill>
                <a:srgbClr val="1A1A1A"/>
              </a:solidFill>
              <a:latin typeface="Inter ExtraBold"/>
              <a:ea typeface="Inter ExtraBold"/>
              <a:cs typeface="Inter ExtraBold"/>
              <a:sym typeface="Inter ExtraBold"/>
            </a:endParaRPr>
          </a:p>
        </p:txBody>
      </p:sp>
    </p:spTree>
    <p:extLst>
      <p:ext uri="{BB962C8B-B14F-4D97-AF65-F5344CB8AC3E}">
        <p14:creationId xmlns:p14="http://schemas.microsoft.com/office/powerpoint/2010/main" val="1538594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sym typeface="Inter Medium"/>
              </a:rPr>
              <a:t>Concepto de ML, qué te llevas de él?</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Un EDA sigue siendo importante?</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Ya podemos predecir el futuro?</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910</TotalTime>
  <Words>1631</Words>
  <Application>Microsoft Office PowerPoint</Application>
  <PresentationFormat>Presentación en pantalla (16:9)</PresentationFormat>
  <Paragraphs>179</Paragraphs>
  <Slides>55</Slides>
  <Notes>55</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55</vt:i4>
      </vt:variant>
    </vt:vector>
  </HeadingPairs>
  <TitlesOfParts>
    <vt:vector size="62" baseType="lpstr">
      <vt:lpstr>Inter</vt:lpstr>
      <vt:lpstr>Inter Medium</vt:lpstr>
      <vt:lpstr>Inter ExtraBold</vt:lpstr>
      <vt:lpstr>Arial</vt:lpstr>
      <vt:lpstr>Roboto Mono</vt:lpstr>
      <vt:lpstr>Inter SemiBold</vt:lpstr>
      <vt:lpstr>Simple Light</vt:lpstr>
      <vt:lpstr>Webinar 20 - Sprint 9 Introducción a Machine Learning</vt:lpstr>
      <vt:lpstr>Agenda</vt:lpstr>
      <vt:lpstr>Acuerdos</vt:lpstr>
      <vt:lpstr>Objetivo</vt:lpstr>
      <vt:lpstr>Midamos los ánimos</vt:lpstr>
      <vt:lpstr>Recap</vt:lpstr>
      <vt:lpstr>Flujo</vt:lpstr>
      <vt:lpstr>Cómo aprenden las máquinas?</vt:lpstr>
      <vt:lpstr>Arbol de decisión</vt:lpstr>
      <vt:lpstr>En dónde está el aprendizaje automático?</vt:lpstr>
      <vt:lpstr>si</vt:lpstr>
      <vt:lpstr>Hablemos de la aleatoriedad</vt:lpstr>
      <vt:lpstr>Ser precisos</vt:lpstr>
      <vt:lpstr>Sobre ajuste y subajuste</vt:lpstr>
      <vt:lpstr>Dos árboles piensan mejor que uno</vt:lpstr>
      <vt:lpstr>Vamos un ejemplo!</vt:lpstr>
      <vt:lpstr>Hora de cerrar ):</vt:lpstr>
      <vt:lpstr>¿Cómo te sientes luego de la sesión?</vt:lpstr>
      <vt:lpstr>Thanks      for coming!</vt:lpstr>
      <vt:lpstr>Creando un proyecto básico</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21</cp:revision>
  <dcterms:modified xsi:type="dcterms:W3CDTF">2025-05-13T21:19:38Z</dcterms:modified>
</cp:coreProperties>
</file>