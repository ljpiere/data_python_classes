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4"/>
  </p:notesMasterIdLst>
  <p:sldIdLst>
    <p:sldId id="256" r:id="rId2"/>
    <p:sldId id="258" r:id="rId3"/>
    <p:sldId id="305" r:id="rId4"/>
    <p:sldId id="275" r:id="rId5"/>
    <p:sldId id="278" r:id="rId6"/>
    <p:sldId id="264" r:id="rId7"/>
    <p:sldId id="329" r:id="rId8"/>
    <p:sldId id="330" r:id="rId9"/>
    <p:sldId id="331" r:id="rId10"/>
    <p:sldId id="332" r:id="rId11"/>
    <p:sldId id="333" r:id="rId12"/>
    <p:sldId id="334" r:id="rId13"/>
    <p:sldId id="316" r:id="rId14"/>
    <p:sldId id="304" r:id="rId15"/>
    <p:sldId id="306" r:id="rId16"/>
    <p:sldId id="281" r:id="rId17"/>
    <p:sldId id="274" r:id="rId18"/>
    <p:sldId id="263" r:id="rId19"/>
    <p:sldId id="265" r:id="rId20"/>
    <p:sldId id="266" r:id="rId21"/>
    <p:sldId id="267" r:id="rId22"/>
    <p:sldId id="268" r:id="rId23"/>
    <p:sldId id="269" r:id="rId24"/>
    <p:sldId id="270" r:id="rId25"/>
    <p:sldId id="271" r:id="rId26"/>
    <p:sldId id="272" r:id="rId27"/>
    <p:sldId id="273" r:id="rId28"/>
    <p:sldId id="276" r:id="rId29"/>
    <p:sldId id="279" r:id="rId30"/>
    <p:sldId id="280"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9144000" cy="5143500" type="screen16x9"/>
  <p:notesSz cx="6858000" cy="9144000"/>
  <p:embeddedFontLst>
    <p:embeddedFont>
      <p:font typeface="Inter" panose="020B0604020202020204" charset="0"/>
      <p:regular r:id="rId55"/>
      <p:bold r:id="rId56"/>
      <p:italic r:id="rId57"/>
      <p:boldItalic r:id="rId58"/>
    </p:embeddedFont>
    <p:embeddedFont>
      <p:font typeface="Inter ExtraBold" panose="020B0604020202020204" charset="0"/>
      <p:bold r:id="rId59"/>
      <p:boldItalic r:id="rId60"/>
    </p:embeddedFont>
    <p:embeddedFont>
      <p:font typeface="Inter Medium"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
      <p:font typeface="Roboto Mono" panose="00000009000000000000" pitchFamily="49"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F68BD75-6241-6281-E7D1-7F1647078047}"/>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069DE18-A6CC-13D9-713A-645F6C1E4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D4C28E0-0069-E812-AFD4-EE59455551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922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EA9BC3B-517F-BB6F-A59D-9C53267E4B42}"/>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E1CBE39-022F-209F-6C95-77B8D2DCC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2249E3B3-F222-2B24-5FFC-EBBBC9B013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93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9D4792D-89A8-7C78-10BA-9050E7DB34B9}"/>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06A7730-1BB7-DD06-9AA4-D8B1A95AF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9A93040-269A-D2E1-0446-BBD835549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9978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785946-81AF-A67D-817D-501DFE636F2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F544636D-62E5-DD02-CB7E-9C8E785BFB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09CFEB1-E117-DBBE-2A9C-C44B4EF1E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0936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80FAEFF-D7EE-93F0-1917-2F1D187C799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92C67F2-D571-1340-C177-2FD550AC05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38DC2B0-C2AF-8DC9-7B0C-092FF58FD5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2238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6" Type="http://schemas.openxmlformats.org/officeDocument/2006/relationships/image" Target="../media/image38.png"/><Relationship Id="rId21" Type="http://schemas.openxmlformats.org/officeDocument/2006/relationships/image" Target="../media/image33.png"/><Relationship Id="rId34" Type="http://schemas.openxmlformats.org/officeDocument/2006/relationships/image" Target="../media/image46.png"/><Relationship Id="rId42" Type="http://schemas.openxmlformats.org/officeDocument/2006/relationships/image" Target="../media/image54.png"/><Relationship Id="rId47" Type="http://schemas.openxmlformats.org/officeDocument/2006/relationships/image" Target="../media/image59.png"/><Relationship Id="rId50" Type="http://schemas.openxmlformats.org/officeDocument/2006/relationships/image" Target="../media/image62.png"/><Relationship Id="rId55" Type="http://schemas.openxmlformats.org/officeDocument/2006/relationships/image" Target="../media/image67.png"/><Relationship Id="rId63" Type="http://schemas.openxmlformats.org/officeDocument/2006/relationships/image" Target="../media/image74.png"/><Relationship Id="rId68" Type="http://schemas.openxmlformats.org/officeDocument/2006/relationships/image" Target="../media/image79.png"/><Relationship Id="rId7" Type="http://schemas.openxmlformats.org/officeDocument/2006/relationships/image" Target="../media/image19.png"/><Relationship Id="rId2" Type="http://schemas.openxmlformats.org/officeDocument/2006/relationships/notesSlide" Target="../notesSlides/notesSlide33.xml"/><Relationship Id="rId16" Type="http://schemas.openxmlformats.org/officeDocument/2006/relationships/image" Target="../media/image28.png"/><Relationship Id="rId29" Type="http://schemas.openxmlformats.org/officeDocument/2006/relationships/image" Target="../media/image41.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png"/><Relationship Id="rId40" Type="http://schemas.openxmlformats.org/officeDocument/2006/relationships/image" Target="../media/image52.png"/><Relationship Id="rId45" Type="http://schemas.openxmlformats.org/officeDocument/2006/relationships/image" Target="../media/image57.png"/><Relationship Id="rId53" Type="http://schemas.openxmlformats.org/officeDocument/2006/relationships/image" Target="../media/image65.png"/><Relationship Id="rId58" Type="http://schemas.openxmlformats.org/officeDocument/2006/relationships/image" Target="../media/image11.png"/><Relationship Id="rId66" Type="http://schemas.openxmlformats.org/officeDocument/2006/relationships/image" Target="../media/image77.png"/><Relationship Id="rId5" Type="http://schemas.openxmlformats.org/officeDocument/2006/relationships/image" Target="../media/image17.png"/><Relationship Id="rId61" Type="http://schemas.openxmlformats.org/officeDocument/2006/relationships/image" Target="../media/image72.png"/><Relationship Id="rId19" Type="http://schemas.openxmlformats.org/officeDocument/2006/relationships/image" Target="../media/image3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image" Target="../media/image60.png"/><Relationship Id="rId56" Type="http://schemas.openxmlformats.org/officeDocument/2006/relationships/image" Target="../media/image68.png"/><Relationship Id="rId64" Type="http://schemas.openxmlformats.org/officeDocument/2006/relationships/image" Target="../media/image75.png"/><Relationship Id="rId8" Type="http://schemas.openxmlformats.org/officeDocument/2006/relationships/image" Target="../media/image20.png"/><Relationship Id="rId51" Type="http://schemas.openxmlformats.org/officeDocument/2006/relationships/image" Target="../media/image63.png"/><Relationship Id="rId3" Type="http://schemas.openxmlformats.org/officeDocument/2006/relationships/image" Target="../media/image15.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38" Type="http://schemas.openxmlformats.org/officeDocument/2006/relationships/image" Target="../media/image50.png"/><Relationship Id="rId46" Type="http://schemas.openxmlformats.org/officeDocument/2006/relationships/image" Target="../media/image58.png"/><Relationship Id="rId59" Type="http://schemas.openxmlformats.org/officeDocument/2006/relationships/image" Target="../media/image70.png"/><Relationship Id="rId67" Type="http://schemas.openxmlformats.org/officeDocument/2006/relationships/image" Target="../media/image78.png"/><Relationship Id="rId20" Type="http://schemas.openxmlformats.org/officeDocument/2006/relationships/image" Target="../media/image32.png"/><Relationship Id="rId41" Type="http://schemas.openxmlformats.org/officeDocument/2006/relationships/image" Target="../media/image53.png"/><Relationship Id="rId54" Type="http://schemas.openxmlformats.org/officeDocument/2006/relationships/image" Target="../media/image66.png"/><Relationship Id="rId62" Type="http://schemas.openxmlformats.org/officeDocument/2006/relationships/image" Target="../media/image73.png"/><Relationship Id="rId1" Type="http://schemas.openxmlformats.org/officeDocument/2006/relationships/slideLayout" Target="../slideLayouts/slideLayout11.xml"/><Relationship Id="rId6" Type="http://schemas.openxmlformats.org/officeDocument/2006/relationships/image" Target="../media/image18.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36" Type="http://schemas.openxmlformats.org/officeDocument/2006/relationships/image" Target="../media/image48.png"/><Relationship Id="rId49" Type="http://schemas.openxmlformats.org/officeDocument/2006/relationships/image" Target="../media/image61.png"/><Relationship Id="rId57" Type="http://schemas.openxmlformats.org/officeDocument/2006/relationships/image" Target="../media/image69.png"/><Relationship Id="rId10" Type="http://schemas.openxmlformats.org/officeDocument/2006/relationships/image" Target="../media/image22.png"/><Relationship Id="rId31" Type="http://schemas.openxmlformats.org/officeDocument/2006/relationships/image" Target="../media/image43.png"/><Relationship Id="rId44" Type="http://schemas.openxmlformats.org/officeDocument/2006/relationships/image" Target="../media/image56.png"/><Relationship Id="rId52" Type="http://schemas.openxmlformats.org/officeDocument/2006/relationships/image" Target="../media/image64.png"/><Relationship Id="rId60" Type="http://schemas.openxmlformats.org/officeDocument/2006/relationships/image" Target="../media/image71.png"/><Relationship Id="rId65" Type="http://schemas.openxmlformats.org/officeDocument/2006/relationships/image" Target="../media/image76.png"/><Relationship Id="rId4" Type="http://schemas.openxmlformats.org/officeDocument/2006/relationships/image" Target="../media/image16.png"/><Relationship Id="rId9"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0.png"/><Relationship Id="rId39" Type="http://schemas.openxmlformats.org/officeDocument/2006/relationships/image" Target="../media/image51.png"/></Relationships>
</file>

<file path=ppt/slides/_rels/slide34.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image" Target="../media/image95.png"/><Relationship Id="rId26" Type="http://schemas.openxmlformats.org/officeDocument/2006/relationships/image" Target="../media/image103.png"/><Relationship Id="rId39" Type="http://schemas.openxmlformats.org/officeDocument/2006/relationships/image" Target="../media/image116.png"/><Relationship Id="rId21" Type="http://schemas.openxmlformats.org/officeDocument/2006/relationships/image" Target="../media/image98.png"/><Relationship Id="rId34" Type="http://schemas.openxmlformats.org/officeDocument/2006/relationships/image" Target="../media/image111.png"/><Relationship Id="rId42" Type="http://schemas.openxmlformats.org/officeDocument/2006/relationships/image" Target="../media/image119.png"/><Relationship Id="rId47" Type="http://schemas.openxmlformats.org/officeDocument/2006/relationships/image" Target="../media/image124.png"/><Relationship Id="rId50" Type="http://schemas.openxmlformats.org/officeDocument/2006/relationships/image" Target="../media/image127.png"/><Relationship Id="rId55" Type="http://schemas.openxmlformats.org/officeDocument/2006/relationships/image" Target="../media/image132.png"/><Relationship Id="rId63" Type="http://schemas.openxmlformats.org/officeDocument/2006/relationships/image" Target="../media/image140.png"/><Relationship Id="rId7" Type="http://schemas.openxmlformats.org/officeDocument/2006/relationships/image" Target="../media/image84.png"/><Relationship Id="rId2" Type="http://schemas.openxmlformats.org/officeDocument/2006/relationships/notesSlide" Target="../notesSlides/notesSlide34.xml"/><Relationship Id="rId16" Type="http://schemas.openxmlformats.org/officeDocument/2006/relationships/image" Target="../media/image93.png"/><Relationship Id="rId29" Type="http://schemas.openxmlformats.org/officeDocument/2006/relationships/image" Target="../media/image106.png"/><Relationship Id="rId11" Type="http://schemas.openxmlformats.org/officeDocument/2006/relationships/image" Target="../media/image88.png"/><Relationship Id="rId24" Type="http://schemas.openxmlformats.org/officeDocument/2006/relationships/image" Target="../media/image101.png"/><Relationship Id="rId32" Type="http://schemas.openxmlformats.org/officeDocument/2006/relationships/image" Target="../media/image109.png"/><Relationship Id="rId37" Type="http://schemas.openxmlformats.org/officeDocument/2006/relationships/image" Target="../media/image114.png"/><Relationship Id="rId40" Type="http://schemas.openxmlformats.org/officeDocument/2006/relationships/image" Target="../media/image117.png"/><Relationship Id="rId45" Type="http://schemas.openxmlformats.org/officeDocument/2006/relationships/image" Target="../media/image122.png"/><Relationship Id="rId53" Type="http://schemas.openxmlformats.org/officeDocument/2006/relationships/image" Target="../media/image130.png"/><Relationship Id="rId58" Type="http://schemas.openxmlformats.org/officeDocument/2006/relationships/image" Target="../media/image135.png"/><Relationship Id="rId5" Type="http://schemas.openxmlformats.org/officeDocument/2006/relationships/image" Target="../media/image82.png"/><Relationship Id="rId61" Type="http://schemas.openxmlformats.org/officeDocument/2006/relationships/image" Target="../media/image138.png"/><Relationship Id="rId19" Type="http://schemas.openxmlformats.org/officeDocument/2006/relationships/image" Target="../media/image96.png"/><Relationship Id="rId14" Type="http://schemas.openxmlformats.org/officeDocument/2006/relationships/image" Target="../media/image91.png"/><Relationship Id="rId22" Type="http://schemas.openxmlformats.org/officeDocument/2006/relationships/image" Target="../media/image99.png"/><Relationship Id="rId27" Type="http://schemas.openxmlformats.org/officeDocument/2006/relationships/image" Target="../media/image104.png"/><Relationship Id="rId30" Type="http://schemas.openxmlformats.org/officeDocument/2006/relationships/image" Target="../media/image107.png"/><Relationship Id="rId35" Type="http://schemas.openxmlformats.org/officeDocument/2006/relationships/image" Target="../media/image112.png"/><Relationship Id="rId43" Type="http://schemas.openxmlformats.org/officeDocument/2006/relationships/image" Target="../media/image120.png"/><Relationship Id="rId48" Type="http://schemas.openxmlformats.org/officeDocument/2006/relationships/image" Target="../media/image125.png"/><Relationship Id="rId56" Type="http://schemas.openxmlformats.org/officeDocument/2006/relationships/image" Target="../media/image133.png"/><Relationship Id="rId8" Type="http://schemas.openxmlformats.org/officeDocument/2006/relationships/image" Target="../media/image85.png"/><Relationship Id="rId51" Type="http://schemas.openxmlformats.org/officeDocument/2006/relationships/image" Target="../media/image128.png"/><Relationship Id="rId3" Type="http://schemas.openxmlformats.org/officeDocument/2006/relationships/image" Target="../media/image80.png"/><Relationship Id="rId12" Type="http://schemas.openxmlformats.org/officeDocument/2006/relationships/image" Target="../media/image89.png"/><Relationship Id="rId17" Type="http://schemas.openxmlformats.org/officeDocument/2006/relationships/image" Target="../media/image94.png"/><Relationship Id="rId25" Type="http://schemas.openxmlformats.org/officeDocument/2006/relationships/image" Target="../media/image102.png"/><Relationship Id="rId33" Type="http://schemas.openxmlformats.org/officeDocument/2006/relationships/image" Target="../media/image110.png"/><Relationship Id="rId38" Type="http://schemas.openxmlformats.org/officeDocument/2006/relationships/image" Target="../media/image115.png"/><Relationship Id="rId46" Type="http://schemas.openxmlformats.org/officeDocument/2006/relationships/image" Target="../media/image123.png"/><Relationship Id="rId59" Type="http://schemas.openxmlformats.org/officeDocument/2006/relationships/image" Target="../media/image136.png"/><Relationship Id="rId20" Type="http://schemas.openxmlformats.org/officeDocument/2006/relationships/image" Target="../media/image97.png"/><Relationship Id="rId41" Type="http://schemas.openxmlformats.org/officeDocument/2006/relationships/image" Target="../media/image118.png"/><Relationship Id="rId54" Type="http://schemas.openxmlformats.org/officeDocument/2006/relationships/image" Target="../media/image131.png"/><Relationship Id="rId62" Type="http://schemas.openxmlformats.org/officeDocument/2006/relationships/image" Target="../media/image139.png"/><Relationship Id="rId1" Type="http://schemas.openxmlformats.org/officeDocument/2006/relationships/slideLayout" Target="../slideLayouts/slideLayout11.xml"/><Relationship Id="rId6" Type="http://schemas.openxmlformats.org/officeDocument/2006/relationships/image" Target="../media/image83.pn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png"/><Relationship Id="rId36" Type="http://schemas.openxmlformats.org/officeDocument/2006/relationships/image" Target="../media/image113.png"/><Relationship Id="rId49" Type="http://schemas.openxmlformats.org/officeDocument/2006/relationships/image" Target="../media/image126.png"/><Relationship Id="rId57" Type="http://schemas.openxmlformats.org/officeDocument/2006/relationships/image" Target="../media/image134.png"/><Relationship Id="rId10" Type="http://schemas.openxmlformats.org/officeDocument/2006/relationships/image" Target="../media/image87.png"/><Relationship Id="rId31" Type="http://schemas.openxmlformats.org/officeDocument/2006/relationships/image" Target="../media/image108.png"/><Relationship Id="rId44" Type="http://schemas.openxmlformats.org/officeDocument/2006/relationships/image" Target="../media/image121.png"/><Relationship Id="rId52" Type="http://schemas.openxmlformats.org/officeDocument/2006/relationships/image" Target="../media/image129.png"/><Relationship Id="rId60" Type="http://schemas.openxmlformats.org/officeDocument/2006/relationships/image" Target="../media/image137.png"/><Relationship Id="rId4" Type="http://schemas.openxmlformats.org/officeDocument/2006/relationships/image" Target="../media/image81.png"/><Relationship Id="rId9" Type="http://schemas.openxmlformats.org/officeDocument/2006/relationships/image" Target="../media/image86.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3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4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155.png"/></Relationships>
</file>

<file path=ppt/slides/_rels/slide4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1.png"/><Relationship Id="rId4" Type="http://schemas.openxmlformats.org/officeDocument/2006/relationships/image" Target="../media/image160.png"/></Relationships>
</file>

<file path=ppt/slides/_rels/slide4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3.png"/></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5.png"/></Relationships>
</file>

<file path=ppt/slides/_rels/slide45.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8.xml"/><Relationship Id="rId1" Type="http://schemas.openxmlformats.org/officeDocument/2006/relationships/slideLayout" Target="../slideLayouts/slideLayout11.xml"/><Relationship Id="rId5" Type="http://schemas.openxmlformats.org/officeDocument/2006/relationships/image" Target="../media/image171.png"/><Relationship Id="rId4" Type="http://schemas.openxmlformats.org/officeDocument/2006/relationships/image" Target="../media/image170.png"/></Relationships>
</file>

<file path=ppt/slides/_rels/slide4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3.png"/></Relationships>
</file>

<file path=ppt/slides/_rels/slide5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75.png"/></Relationships>
</file>

<file path=ppt/slides/_rels/slide5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78.png"/><Relationship Id="rId4" Type="http://schemas.openxmlformats.org/officeDocument/2006/relationships/image" Target="../media/image177.png"/></Relationships>
</file>

<file path=ppt/slides/_rels/slide5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27 - Sprint 13</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Algebra Lineal</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Introducción</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Representacion</a:t>
            </a:r>
            <a:r>
              <a:rPr lang="es-CO" sz="2400" dirty="0">
                <a:solidFill>
                  <a:srgbClr val="1A1A1A"/>
                </a:solidFill>
                <a:latin typeface="Inter"/>
                <a:ea typeface="Inter"/>
                <a:cs typeface="Inter"/>
                <a:sym typeface="Inter"/>
              </a:rPr>
              <a:t> matrices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Vamos al código</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Introducir al concepto de algebra lineal</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Realizar manipulación de matrices</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Crear clases para modelos de ML.</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Miremos la regresión</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99DDE76-2230-336A-9FF4-658B7E05FBF8}"/>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EE9D8CB-F237-6885-0F39-82DA44FE13E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6EB8E9E-8DD0-B0E2-5DBE-B3F98CEB206D}"/>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Cambiemos de perspectiva</a:t>
            </a:r>
            <a:endParaRPr sz="4000" dirty="0">
              <a:solidFill>
                <a:srgbClr val="1A1A1A"/>
              </a:solidFill>
              <a:latin typeface="Inter ExtraBold"/>
              <a:ea typeface="Inter ExtraBold"/>
              <a:cs typeface="Inter ExtraBold"/>
              <a:sym typeface="Inter ExtraBold"/>
            </a:endParaRPr>
          </a:p>
        </p:txBody>
      </p:sp>
      <p:pic>
        <p:nvPicPr>
          <p:cNvPr id="1026" name="Picture 2" descr="The difference between a 2d and 3d Object !">
            <a:extLst>
              <a:ext uri="{FF2B5EF4-FFF2-40B4-BE49-F238E27FC236}">
                <a16:creationId xmlns:a16="http://schemas.microsoft.com/office/drawing/2014/main" id="{E8EE8462-B3F9-FBA3-ECFC-5B02F4611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5" y="1234199"/>
            <a:ext cx="6944264" cy="3680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74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3818AC2E-B687-C859-3263-6353402ACCD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983CF42-6477-0BE0-C50D-2EF480DA6EB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175189B-5C63-2213-233A-5E98A90FCB5A}"/>
              </a:ext>
            </a:extLst>
          </p:cNvPr>
          <p:cNvSpPr txBox="1">
            <a:spLocks noGrp="1"/>
          </p:cNvSpPr>
          <p:nvPr>
            <p:ph type="ctrTitle"/>
          </p:nvPr>
        </p:nvSpPr>
        <p:spPr>
          <a:xfrm>
            <a:off x="96875" y="424975"/>
            <a:ext cx="4894952"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Bidimensionalidad numérica</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80DF19BF-8A6E-F0DA-562E-C3CB8D711C5A}"/>
              </a:ext>
            </a:extLst>
          </p:cNvPr>
          <p:cNvPicPr>
            <a:picLocks noChangeAspect="1"/>
          </p:cNvPicPr>
          <p:nvPr/>
        </p:nvPicPr>
        <p:blipFill>
          <a:blip r:embed="rId4"/>
          <a:stretch>
            <a:fillRect/>
          </a:stretch>
        </p:blipFill>
        <p:spPr>
          <a:xfrm>
            <a:off x="4991827" y="69545"/>
            <a:ext cx="3757373" cy="5004410"/>
          </a:xfrm>
          <a:prstGeom prst="rect">
            <a:avLst/>
          </a:prstGeom>
        </p:spPr>
      </p:pic>
    </p:spTree>
    <p:extLst>
      <p:ext uri="{BB962C8B-B14F-4D97-AF65-F5344CB8AC3E}">
        <p14:creationId xmlns:p14="http://schemas.microsoft.com/office/powerpoint/2010/main" val="3581616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2A8ED18-6ADD-A87B-F42A-188DB066138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2A323CA7-6760-476F-B516-E366CEC3BB3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63043B3-3C7C-A03C-EB3B-490E00192B3C}"/>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Repasemos</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9DEBA376-C946-9C50-7EEF-6FCD0D92AF46}"/>
              </a:ext>
            </a:extLst>
          </p:cNvPr>
          <p:cNvPicPr>
            <a:picLocks noChangeAspect="1"/>
          </p:cNvPicPr>
          <p:nvPr/>
        </p:nvPicPr>
        <p:blipFill>
          <a:blip r:embed="rId4"/>
          <a:stretch>
            <a:fillRect/>
          </a:stretch>
        </p:blipFill>
        <p:spPr>
          <a:xfrm>
            <a:off x="0" y="1647645"/>
            <a:ext cx="9098904" cy="3070880"/>
          </a:xfrm>
          <a:prstGeom prst="rect">
            <a:avLst/>
          </a:prstGeom>
        </p:spPr>
      </p:pic>
    </p:spTree>
    <p:extLst>
      <p:ext uri="{BB962C8B-B14F-4D97-AF65-F5344CB8AC3E}">
        <p14:creationId xmlns:p14="http://schemas.microsoft.com/office/powerpoint/2010/main" val="127513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2CD830EC-7ACF-1E7B-A01F-FED33486E74E}"/>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F0B7CD69-BFC0-E6E5-7704-A9F61814EDC5}"/>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304A4EEE-A951-DD5E-DDB6-D67D89EB5DF2}"/>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Y bueno, tenemos esto</a:t>
            </a:r>
            <a:endParaRPr sz="4000" dirty="0">
              <a:solidFill>
                <a:srgbClr val="1A1A1A"/>
              </a:solidFill>
              <a:latin typeface="Inter ExtraBold"/>
              <a:ea typeface="Inter ExtraBold"/>
              <a:cs typeface="Inter ExtraBold"/>
              <a:sym typeface="Inter ExtraBold"/>
            </a:endParaRPr>
          </a:p>
        </p:txBody>
      </p:sp>
      <p:pic>
        <p:nvPicPr>
          <p:cNvPr id="2050" name="Picture 2" descr="Generate 3D &quot;matrix&quot; with Pandas, based on comparing two dataframes  [Python] - Computational Science Stack Exchange">
            <a:extLst>
              <a:ext uri="{FF2B5EF4-FFF2-40B4-BE49-F238E27FC236}">
                <a16:creationId xmlns:a16="http://schemas.microsoft.com/office/drawing/2014/main" id="{59E51124-DA01-9CCA-195C-7F0CC14D3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680" y="1225164"/>
            <a:ext cx="6788989" cy="3816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27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A10A36B-7AB1-7247-DBF9-6AA1AAF7549A}"/>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EC8B082C-B2C9-5D09-AAD1-9C8020579A3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4C5C002-688C-45CE-DAA3-2D858D027466}"/>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Las transformaciones numéricas son delicadas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4811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Usamos </a:t>
            </a:r>
            <a:r>
              <a:rPr lang="es-ES" sz="1800" dirty="0" err="1">
                <a:solidFill>
                  <a:srgbClr val="1A1A1A"/>
                </a:solidFill>
                <a:latin typeface="Inter Medium"/>
                <a:ea typeface="Inter Medium"/>
                <a:sym typeface="Inter Medium"/>
              </a:rPr>
              <a:t>Numpy</a:t>
            </a:r>
            <a:r>
              <a:rPr lang="es-ES" sz="1800" dirty="0">
                <a:solidFill>
                  <a:srgbClr val="1A1A1A"/>
                </a:solidFill>
                <a:latin typeface="Inter Medium"/>
                <a:ea typeface="Inter Medium"/>
                <a:sym typeface="Inter Medium"/>
              </a:rPr>
              <a:t> para </a:t>
            </a:r>
            <a:r>
              <a:rPr lang="es-ES" sz="1800" dirty="0" err="1">
                <a:solidFill>
                  <a:srgbClr val="1A1A1A"/>
                </a:solidFill>
                <a:latin typeface="Inter Medium"/>
                <a:ea typeface="Inter Medium"/>
                <a:sym typeface="Inter Medium"/>
              </a:rPr>
              <a:t>vectorizacion</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Nos introdujimos a KNN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Creación de clases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1344</TotalTime>
  <Words>1584</Words>
  <Application>Microsoft Office PowerPoint</Application>
  <PresentationFormat>Presentación en pantalla (16:9)</PresentationFormat>
  <Paragraphs>172</Paragraphs>
  <Slides>52</Slides>
  <Notes>52</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52</vt:i4>
      </vt:variant>
    </vt:vector>
  </HeadingPairs>
  <TitlesOfParts>
    <vt:vector size="59" baseType="lpstr">
      <vt:lpstr>Inter SemiBold</vt:lpstr>
      <vt:lpstr>Roboto Mono</vt:lpstr>
      <vt:lpstr>Inter ExtraBold</vt:lpstr>
      <vt:lpstr>Inter Medium</vt:lpstr>
      <vt:lpstr>Inter</vt:lpstr>
      <vt:lpstr>Arial</vt:lpstr>
      <vt:lpstr>Simple Light</vt:lpstr>
      <vt:lpstr>Webinar 27 - Sprint 13 Algebra Lineal</vt:lpstr>
      <vt:lpstr>Agenda</vt:lpstr>
      <vt:lpstr>Acuerdos</vt:lpstr>
      <vt:lpstr>Objetivo</vt:lpstr>
      <vt:lpstr>Midamos los ánimos</vt:lpstr>
      <vt:lpstr>Recap</vt:lpstr>
      <vt:lpstr>Miremos la regresión</vt:lpstr>
      <vt:lpstr>Cambiemos de perspectiva</vt:lpstr>
      <vt:lpstr>Bidimensionalidad numérica</vt:lpstr>
      <vt:lpstr>Repasemos</vt:lpstr>
      <vt:lpstr>Y bueno, tenemos esto</vt:lpstr>
      <vt:lpstr>Las transformaciones numéricas son delicadas</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28</cp:revision>
  <dcterms:modified xsi:type="dcterms:W3CDTF">2025-07-09T01:35:57Z</dcterms:modified>
</cp:coreProperties>
</file>