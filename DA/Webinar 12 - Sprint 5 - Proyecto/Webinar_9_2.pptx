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5" r:id="rId5"/>
    <p:sldId id="278" r:id="rId6"/>
    <p:sldId id="264" r:id="rId7"/>
    <p:sldId id="277" r:id="rId8"/>
    <p:sldId id="304" r:id="rId9"/>
    <p:sldId id="306"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984" y="60"/>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12 - Sprint 5</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Proyecto aplicado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del proyecto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Espacio para preguntas</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Entender el flujo de un EDA</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lvl="0"/>
            <a:r>
              <a:rPr lang="es-ES" sz="1800" dirty="0">
                <a:solidFill>
                  <a:srgbClr val="1A1A1A"/>
                </a:solidFill>
                <a:latin typeface="Inter Medium"/>
                <a:ea typeface="Inter Medium"/>
                <a:cs typeface="Inter Medium"/>
                <a:sym typeface="Inter Medium"/>
              </a:rPr>
              <a:t>Repasar el concepto de Ing. de características</a:t>
            </a:r>
            <a:endParaRPr lang="es-ES"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r>
              <a:rPr lang="es-ES" sz="1800" dirty="0">
                <a:solidFill>
                  <a:srgbClr val="1A1A1A"/>
                </a:solidFill>
                <a:latin typeface="Inter Medium"/>
                <a:ea typeface="Inter Medium"/>
                <a:cs typeface="Inter Medium"/>
                <a:sym typeface="Inter Medium"/>
              </a:rPr>
              <a:t>Recordar la utilidad de una exploración estadística</a:t>
            </a:r>
            <a:endParaRPr lang="es-ES"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¿Qué compone un buen EDA?</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¿Siempre hay que enriquecer datos?</a:t>
            </a:r>
            <a:endParaRPr lang="es-ES"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¿Crees que las conclusiones obtenidas por las pruebas de hipótesis son </a:t>
            </a:r>
            <a:r>
              <a:rPr lang="es-ES" sz="1800" dirty="0" err="1">
                <a:solidFill>
                  <a:srgbClr val="1A1A1A"/>
                </a:solidFill>
                <a:latin typeface="Inter Medium"/>
                <a:ea typeface="Inter Medium"/>
                <a:cs typeface="Inter Medium"/>
                <a:sym typeface="Inter Medium"/>
              </a:rPr>
              <a:t>utiles</a:t>
            </a:r>
            <a:r>
              <a:rPr lang="es-ES" sz="1800" dirty="0">
                <a:solidFill>
                  <a:srgbClr val="1A1A1A"/>
                </a:solidFill>
                <a:latin typeface="Inter Medium"/>
                <a:ea typeface="Inter Medium"/>
                <a:cs typeface="Inter Medium"/>
                <a:sym typeface="Inter Medium"/>
              </a:rPr>
              <a:t>?</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542</TotalTime>
  <Words>1570</Words>
  <Application>Microsoft Office PowerPoint</Application>
  <PresentationFormat>Presentación en pantalla (16:9)</PresentationFormat>
  <Paragraphs>165</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Arial</vt:lpstr>
      <vt:lpstr>Inter Medium</vt:lpstr>
      <vt:lpstr>Inter</vt:lpstr>
      <vt:lpstr>Inter ExtraBold</vt:lpstr>
      <vt:lpstr>Inter SemiBold</vt:lpstr>
      <vt:lpstr>Roboto Mono</vt:lpstr>
      <vt:lpstr>Simple Light</vt:lpstr>
      <vt:lpstr>Webinar 12 - Sprint 5 Proyecto aplicado</vt:lpstr>
      <vt:lpstr>Agenda</vt:lpstr>
      <vt:lpstr>Acuerdos</vt:lpstr>
      <vt:lpstr>Objetivo</vt:lpstr>
      <vt:lpstr>Midamos los ánimos</vt:lpstr>
      <vt:lpstr>Recap</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13</cp:revision>
  <dcterms:modified xsi:type="dcterms:W3CDTF">2025-09-02T02:09:15Z</dcterms:modified>
</cp:coreProperties>
</file>