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6"/>
  </p:notesMasterIdLst>
  <p:sldIdLst>
    <p:sldId id="256" r:id="rId2"/>
    <p:sldId id="258" r:id="rId3"/>
    <p:sldId id="305" r:id="rId4"/>
    <p:sldId id="275" r:id="rId5"/>
    <p:sldId id="278" r:id="rId6"/>
    <p:sldId id="264" r:id="rId7"/>
    <p:sldId id="313" r:id="rId8"/>
    <p:sldId id="306" r:id="rId9"/>
    <p:sldId id="281" r:id="rId10"/>
    <p:sldId id="263" r:id="rId11"/>
    <p:sldId id="265" r:id="rId12"/>
    <p:sldId id="266" r:id="rId13"/>
    <p:sldId id="267" r:id="rId14"/>
    <p:sldId id="268" r:id="rId15"/>
    <p:sldId id="269" r:id="rId16"/>
    <p:sldId id="270" r:id="rId17"/>
    <p:sldId id="271" r:id="rId18"/>
    <p:sldId id="272" r:id="rId19"/>
    <p:sldId id="273" r:id="rId20"/>
    <p:sldId id="276" r:id="rId21"/>
    <p:sldId id="279" r:id="rId22"/>
    <p:sldId id="280"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Lst>
  <p:sldSz cx="9144000" cy="5143500" type="screen16x9"/>
  <p:notesSz cx="6858000" cy="9144000"/>
  <p:embeddedFontLst>
    <p:embeddedFont>
      <p:font typeface="Inter" panose="020B0604020202020204" charset="0"/>
      <p:regular r:id="rId47"/>
      <p:bold r:id="rId48"/>
      <p:italic r:id="rId49"/>
      <p:boldItalic r:id="rId50"/>
    </p:embeddedFont>
    <p:embeddedFont>
      <p:font typeface="Inter ExtraBold" panose="020B0604020202020204" charset="0"/>
      <p:bold r:id="rId51"/>
      <p:boldItalic r:id="rId52"/>
    </p:embeddedFont>
    <p:embeddedFont>
      <p:font typeface="Inter Medium" panose="020B0604020202020204" charset="0"/>
      <p:regular r:id="rId53"/>
      <p:bold r:id="rId54"/>
      <p:italic r:id="rId55"/>
      <p:boldItalic r:id="rId56"/>
    </p:embeddedFont>
    <p:embeddedFont>
      <p:font typeface="Inter SemiBold" panose="020B0604020202020204" charset="0"/>
      <p:regular r:id="rId57"/>
      <p:bold r:id="rId58"/>
      <p:italic r:id="rId59"/>
      <p:boldItalic r:id="rId60"/>
    </p:embeddedFont>
    <p:embeddedFont>
      <p:font typeface="Roboto Mono" panose="00000009000000000000" pitchFamily="49"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63" Type="http://schemas.openxmlformats.org/officeDocument/2006/relationships/font" Target="fonts/font17.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E22292D-32AE-0960-45E8-62BF575027E5}"/>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44267032-B792-5E21-2239-120D4CA3AB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FE6264A2-9AD8-1489-AD57-A577975162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6878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5.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6.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6.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29.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0.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0.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3.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3.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4.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4.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5.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6.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37.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0.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1.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1.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2.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3.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3.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4.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4.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22 - Sprint 10</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Buscando métricas de negocio</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Método experimental</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WSJF/ICE</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RICE</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Revisar teórica sobre </a:t>
            </a:r>
            <a:r>
              <a:rPr lang="es-ES" sz="1800" dirty="0" err="1"/>
              <a:t>testing</a:t>
            </a:r>
            <a:endParaRPr lang="es-ES"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Entender métricas para diseño y análisis de pruebas</a:t>
            </a:r>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Explorar métricas de negocio</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4777A78-6FEF-3B53-0389-27806B45CD59}"/>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8CB221BE-A96F-8DBD-0FA6-3520BB05B635}"/>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B76F4D4A-1845-15B9-CE7F-D1DD2798F844}"/>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2954355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954</TotalTime>
  <Words>1518</Words>
  <Application>Microsoft Office PowerPoint</Application>
  <PresentationFormat>Presentación en pantalla (16:9)</PresentationFormat>
  <Paragraphs>158</Paragraphs>
  <Slides>44</Slides>
  <Notes>44</Notes>
  <HiddenSlides>35</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44</vt:i4>
      </vt:variant>
    </vt:vector>
  </HeadingPairs>
  <TitlesOfParts>
    <vt:vector size="51" baseType="lpstr">
      <vt:lpstr>Inter SemiBold</vt:lpstr>
      <vt:lpstr>Arial</vt:lpstr>
      <vt:lpstr>Inter Medium</vt:lpstr>
      <vt:lpstr>Inter ExtraBold</vt:lpstr>
      <vt:lpstr>Inter</vt:lpstr>
      <vt:lpstr>Roboto Mono</vt:lpstr>
      <vt:lpstr>Simple Light</vt:lpstr>
      <vt:lpstr>Webinar 22 - Sprint 10 Buscando métricas de negocio</vt:lpstr>
      <vt:lpstr>Agenda</vt:lpstr>
      <vt:lpstr>Acuerdos</vt:lpstr>
      <vt:lpstr>Objetivo</vt:lpstr>
      <vt:lpstr>Midamos los ánimos</vt:lpstr>
      <vt:lpstr>Recap</vt:lpstr>
      <vt:lpstr>Vamos a Jupyter!</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20</cp:revision>
  <dcterms:modified xsi:type="dcterms:W3CDTF">2025-05-01T01:40:21Z</dcterms:modified>
</cp:coreProperties>
</file>