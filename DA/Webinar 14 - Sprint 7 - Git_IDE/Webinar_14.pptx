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51"/>
  </p:notesMasterIdLst>
  <p:sldIdLst>
    <p:sldId id="256" r:id="rId2"/>
    <p:sldId id="258" r:id="rId3"/>
    <p:sldId id="305" r:id="rId4"/>
    <p:sldId id="275" r:id="rId5"/>
    <p:sldId id="278" r:id="rId6"/>
    <p:sldId id="264" r:id="rId7"/>
    <p:sldId id="311" r:id="rId8"/>
    <p:sldId id="313" r:id="rId9"/>
    <p:sldId id="307" r:id="rId10"/>
    <p:sldId id="277" r:id="rId11"/>
    <p:sldId id="274" r:id="rId12"/>
    <p:sldId id="304" r:id="rId13"/>
    <p:sldId id="306" r:id="rId14"/>
    <p:sldId id="281" r:id="rId15"/>
    <p:sldId id="263" r:id="rId16"/>
    <p:sldId id="265" r:id="rId17"/>
    <p:sldId id="266" r:id="rId18"/>
    <p:sldId id="267" r:id="rId19"/>
    <p:sldId id="268" r:id="rId20"/>
    <p:sldId id="269" r:id="rId21"/>
    <p:sldId id="270" r:id="rId22"/>
    <p:sldId id="271" r:id="rId23"/>
    <p:sldId id="272" r:id="rId24"/>
    <p:sldId id="273" r:id="rId25"/>
    <p:sldId id="276" r:id="rId26"/>
    <p:sldId id="279" r:id="rId27"/>
    <p:sldId id="280"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Lst>
  <p:sldSz cx="9144000" cy="5143500" type="screen16x9"/>
  <p:notesSz cx="6858000" cy="9144000"/>
  <p:embeddedFontLst>
    <p:embeddedFont>
      <p:font typeface="Inter" panose="020B0604020202020204" charset="0"/>
      <p:regular r:id="rId52"/>
      <p:bold r:id="rId53"/>
      <p:italic r:id="rId54"/>
      <p:boldItalic r:id="rId55"/>
    </p:embeddedFont>
    <p:embeddedFont>
      <p:font typeface="Inter ExtraBold" panose="020B0604020202020204" charset="0"/>
      <p:bold r:id="rId56"/>
      <p:boldItalic r:id="rId57"/>
    </p:embeddedFont>
    <p:embeddedFont>
      <p:font typeface="Inter Medium" panose="020B0604020202020204" charset="0"/>
      <p:regular r:id="rId58"/>
      <p:bold r:id="rId59"/>
      <p:italic r:id="rId60"/>
      <p:boldItalic r:id="rId61"/>
    </p:embeddedFont>
    <p:embeddedFont>
      <p:font typeface="Inter SemiBold" panose="020B0604020202020204" charset="0"/>
      <p:regular r:id="rId62"/>
      <p:bold r:id="rId63"/>
      <p:italic r:id="rId64"/>
      <p:boldItalic r:id="rId65"/>
    </p:embeddedFont>
    <p:embeddedFont>
      <p:font typeface="Roboto Mono" panose="00000009000000000000" pitchFamily="49" charset="0"/>
      <p:regular r:id="rId66"/>
      <p:bold r:id="rId67"/>
      <p:italic r:id="rId68"/>
      <p:boldItalic r:id="rId6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44">
          <p15:clr>
            <a:srgbClr val="747775"/>
          </p15:clr>
        </p15:guide>
        <p15:guide id="2" orient="horz" pos="144">
          <p15:clr>
            <a:srgbClr val="747775"/>
          </p15:clr>
        </p15:guide>
        <p15:guide id="3" pos="5616">
          <p15:clr>
            <a:srgbClr val="747775"/>
          </p15:clr>
        </p15:guide>
        <p15:guide id="4" orient="horz" pos="3096">
          <p15:clr>
            <a:srgbClr val="747775"/>
          </p15:clr>
        </p15:guide>
        <p15:guide id="5" orient="horz" pos="4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E21166-72CD-4666-9B10-2B5B8EA32889}">
  <a:tblStyle styleId="{EDE21166-72CD-4666-9B10-2B5B8EA328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748" y="56"/>
      </p:cViewPr>
      <p:guideLst>
        <p:guide pos="144"/>
        <p:guide orient="horz" pos="144"/>
        <p:guide pos="5616"/>
        <p:guide orient="horz" pos="3096"/>
        <p:guide orient="horz" pos="4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2.fntdata"/><Relationship Id="rId68" Type="http://schemas.openxmlformats.org/officeDocument/2006/relationships/font" Target="fonts/font17.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2.fntdata"/><Relationship Id="rId58" Type="http://schemas.openxmlformats.org/officeDocument/2006/relationships/font" Target="fonts/font7.fntdata"/><Relationship Id="rId66" Type="http://schemas.openxmlformats.org/officeDocument/2006/relationships/font" Target="fonts/font15.fntdata"/><Relationship Id="rId5" Type="http://schemas.openxmlformats.org/officeDocument/2006/relationships/slide" Target="slides/slide4.xml"/><Relationship Id="rId61" Type="http://schemas.openxmlformats.org/officeDocument/2006/relationships/font" Target="fonts/font10.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5.fntdata"/><Relationship Id="rId64" Type="http://schemas.openxmlformats.org/officeDocument/2006/relationships/font" Target="fonts/font13.fntdata"/><Relationship Id="rId69"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notesMaster" Target="notesMasters/notesMaster1.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8.fntdata"/><Relationship Id="rId67"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3.fntdata"/><Relationship Id="rId62" Type="http://schemas.openxmlformats.org/officeDocument/2006/relationships/font" Target="fonts/font11.fntdata"/><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6.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1.fntdata"/><Relationship Id="rId60" Type="http://schemas.openxmlformats.org/officeDocument/2006/relationships/font" Target="fonts/font9.fntdata"/><Relationship Id="rId65" Type="http://schemas.openxmlformats.org/officeDocument/2006/relationships/font" Target="fonts/font14.fntdata"/><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4.fntdata"/><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da1afbcdf4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2da1afbcdf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0D70CA9-898A-0E64-0EED-045345EFC02E}"/>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6C52D72D-0360-E541-64CF-EE5D2287A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CD6B3F0-F086-E5C8-A32A-C84AD5AA0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5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da1afbcdf4_0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f684365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cf41384e5b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5D38F41E-F9AC-F884-14DB-7E1E0E3FEB76}"/>
            </a:ext>
          </a:extLst>
        </p:cNvPr>
        <p:cNvGrpSpPr/>
        <p:nvPr/>
      </p:nvGrpSpPr>
      <p:grpSpPr>
        <a:xfrm>
          <a:off x="0" y="0"/>
          <a:ext cx="0" cy="0"/>
          <a:chOff x="0" y="0"/>
          <a:chExt cx="0" cy="0"/>
        </a:xfrm>
      </p:grpSpPr>
      <p:sp>
        <p:nvSpPr>
          <p:cNvPr id="137" name="Google Shape;137;g2cf41384e5b_0_83:notes">
            <a:extLst>
              <a:ext uri="{FF2B5EF4-FFF2-40B4-BE49-F238E27FC236}">
                <a16:creationId xmlns:a16="http://schemas.microsoft.com/office/drawing/2014/main" id="{25883472-363B-AA24-63EC-E7FBB9C962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a:extLst>
              <a:ext uri="{FF2B5EF4-FFF2-40B4-BE49-F238E27FC236}">
                <a16:creationId xmlns:a16="http://schemas.microsoft.com/office/drawing/2014/main" id="{6F48C6BD-0A35-DDF1-7174-B2137BEF4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70005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1E22292D-32AE-0960-45E8-62BF575027E5}"/>
            </a:ext>
          </a:extLst>
        </p:cNvPr>
        <p:cNvGrpSpPr/>
        <p:nvPr/>
      </p:nvGrpSpPr>
      <p:grpSpPr>
        <a:xfrm>
          <a:off x="0" y="0"/>
          <a:ext cx="0" cy="0"/>
          <a:chOff x="0" y="0"/>
          <a:chExt cx="0" cy="0"/>
        </a:xfrm>
      </p:grpSpPr>
      <p:sp>
        <p:nvSpPr>
          <p:cNvPr id="231" name="Google Shape;231;g2cf5b16db11_0_1:notes">
            <a:extLst>
              <a:ext uri="{FF2B5EF4-FFF2-40B4-BE49-F238E27FC236}">
                <a16:creationId xmlns:a16="http://schemas.microsoft.com/office/drawing/2014/main" id="{44267032-B792-5E21-2239-120D4CA3AB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a:extLst>
              <a:ext uri="{FF2B5EF4-FFF2-40B4-BE49-F238E27FC236}">
                <a16:creationId xmlns:a16="http://schemas.microsoft.com/office/drawing/2014/main" id="{FE6264A2-9AD8-1489-AD57-A577975162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68785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599BF04B-A094-6F17-B745-9BEE78B86936}"/>
            </a:ext>
          </a:extLst>
        </p:cNvPr>
        <p:cNvGrpSpPr/>
        <p:nvPr/>
      </p:nvGrpSpPr>
      <p:grpSpPr>
        <a:xfrm>
          <a:off x="0" y="0"/>
          <a:ext cx="0" cy="0"/>
          <a:chOff x="0" y="0"/>
          <a:chExt cx="0" cy="0"/>
        </a:xfrm>
      </p:grpSpPr>
      <p:sp>
        <p:nvSpPr>
          <p:cNvPr id="137" name="Google Shape;137;g2cf41384e5b_0_83:notes">
            <a:extLst>
              <a:ext uri="{FF2B5EF4-FFF2-40B4-BE49-F238E27FC236}">
                <a16:creationId xmlns:a16="http://schemas.microsoft.com/office/drawing/2014/main" id="{B2B809DF-8975-8875-6954-92D6DB4DE9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a:extLst>
              <a:ext uri="{FF2B5EF4-FFF2-40B4-BE49-F238E27FC236}">
                <a16:creationId xmlns:a16="http://schemas.microsoft.com/office/drawing/2014/main" id="{7C58F0BD-590A-D601-7C0A-252BE1A8BC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35809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cf5b16db11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da1afbcdf4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da1afbcdf4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0FEF89FD-C9D3-0A0F-FEA7-14C455C0816A}"/>
            </a:ext>
          </a:extLst>
        </p:cNvPr>
        <p:cNvGrpSpPr/>
        <p:nvPr/>
      </p:nvGrpSpPr>
      <p:grpSpPr>
        <a:xfrm>
          <a:off x="0" y="0"/>
          <a:ext cx="0" cy="0"/>
          <a:chOff x="0" y="0"/>
          <a:chExt cx="0" cy="0"/>
        </a:xfrm>
      </p:grpSpPr>
      <p:sp>
        <p:nvSpPr>
          <p:cNvPr id="210" name="Google Shape;210;g2da1afbcdf4_0_862:notes">
            <a:extLst>
              <a:ext uri="{FF2B5EF4-FFF2-40B4-BE49-F238E27FC236}">
                <a16:creationId xmlns:a16="http://schemas.microsoft.com/office/drawing/2014/main" id="{85CB231E-FE2A-E76F-81F0-C9196448F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a:extLst>
              <a:ext uri="{FF2B5EF4-FFF2-40B4-BE49-F238E27FC236}">
                <a16:creationId xmlns:a16="http://schemas.microsoft.com/office/drawing/2014/main" id="{F68282D3-6D50-7CD0-3B0A-29173B9580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21412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2BDB2683-4448-38D4-5B24-EB5B631C954E}"/>
            </a:ext>
          </a:extLst>
        </p:cNvPr>
        <p:cNvGrpSpPr/>
        <p:nvPr/>
      </p:nvGrpSpPr>
      <p:grpSpPr>
        <a:xfrm>
          <a:off x="0" y="0"/>
          <a:ext cx="0" cy="0"/>
          <a:chOff x="0" y="0"/>
          <a:chExt cx="0" cy="0"/>
        </a:xfrm>
      </p:grpSpPr>
      <p:sp>
        <p:nvSpPr>
          <p:cNvPr id="237" name="Google Shape;237;g2cf684365c9_0_2:notes">
            <a:extLst>
              <a:ext uri="{FF2B5EF4-FFF2-40B4-BE49-F238E27FC236}">
                <a16:creationId xmlns:a16="http://schemas.microsoft.com/office/drawing/2014/main" id="{03A0DFD6-A3A1-0ED1-5F76-E6B8B4D06A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a:extLst>
              <a:ext uri="{FF2B5EF4-FFF2-40B4-BE49-F238E27FC236}">
                <a16:creationId xmlns:a16="http://schemas.microsoft.com/office/drawing/2014/main" id="{96048876-CD35-5D8B-FDBB-B1CBEF1945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7597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da1afbcdf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da1afbcdf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f41384e5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cf41384e5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da1afbcdf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da1afbcdf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f41384e5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f41384e5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f41384e5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cf41384e5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cf41384e5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41384e5b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cf41384e5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cf41384e5b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cf41384e5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dde4172b7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dde4172b7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da1afbcdf4_0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da1afbcdf4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da1afbcdf4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da1afbcdf4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da1afbcdf4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da1afbcdf4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684365c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f684365c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d0f53808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d0f53808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da1afbcdf4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da1afbcdf4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da1afbcdf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da1afbcdf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da1afbcdf4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da1afbcdf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da1afbcdf4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da1afbcdf4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da1afbcdf4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da1afbcdf4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da1afbcdf4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da1afbcdf4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da1afbcdf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da1afbcdf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da1afbcdf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2da1afbcdf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da1afbcdf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da1afbcdf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da1afbcdf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da1afbcdf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da1afbcdf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da1afbcdf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da1afbcdf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da1afbcdf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da1afbcdf4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da1afbcdf4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da1afbcdf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da1afbcdf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a1afbcdf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a1afbcdf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da1afbcdf4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da1afbcdf4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da1afbcdf4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da1afbcdf4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da1afbcdf4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da1afbcdf4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2da1afbcdf4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2da1afbcdf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da1afbcdf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da1afbcdf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da1afbcdf4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da1afbcdf4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da1afbcdf4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da1afbcdf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am (4 people)" type="secHead">
  <p:cSld name="SECTION_HEADER">
    <p:spTree>
      <p:nvGrpSpPr>
        <p:cNvPr id="1" name="Shape 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
        <p:cNvGrpSpPr/>
        <p:nvPr/>
      </p:nvGrpSpPr>
      <p:grpSpPr>
        <a:xfrm>
          <a:off x="0" y="0"/>
          <a:ext cx="0" cy="0"/>
          <a:chOff x="0" y="0"/>
          <a:chExt cx="0" cy="0"/>
        </a:xfrm>
      </p:grpSpPr>
      <p:sp>
        <p:nvSpPr>
          <p:cNvPr id="11" name="Google Shape;1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
        <p:cNvGrpSpPr/>
        <p:nvPr/>
      </p:nvGrpSpPr>
      <p:grpSpPr>
        <a:xfrm>
          <a:off x="0" y="0"/>
          <a:ext cx="0" cy="0"/>
          <a:chOff x="0" y="0"/>
          <a:chExt cx="0" cy="0"/>
        </a:xfrm>
      </p:grpSpPr>
      <p:sp>
        <p:nvSpPr>
          <p:cNvPr id="13" name="Google Shape;1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
        <p:cNvGrpSpPr/>
        <p:nvPr/>
      </p:nvGrpSpPr>
      <p:grpSpPr>
        <a:xfrm>
          <a:off x="0" y="0"/>
          <a:ext cx="0" cy="0"/>
          <a:chOff x="0" y="0"/>
          <a:chExt cx="0" cy="0"/>
        </a:xfrm>
      </p:grpSpPr>
      <p:sp>
        <p:nvSpPr>
          <p:cNvPr id="17" name="Google Shape;1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
        <p:cNvGrpSpPr/>
        <p:nvPr/>
      </p:nvGrpSpPr>
      <p:grpSpPr>
        <a:xfrm>
          <a:off x="0" y="0"/>
          <a:ext cx="0" cy="0"/>
          <a:chOff x="0" y="0"/>
          <a:chExt cx="0" cy="0"/>
        </a:xfrm>
      </p:grpSpPr>
      <p:sp>
        <p:nvSpPr>
          <p:cNvPr id="19" name="Google Shape;19;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
        <p:cNvGrpSpPr/>
        <p:nvPr/>
      </p:nvGrpSpPr>
      <p:grpSpPr>
        <a:xfrm>
          <a:off x="0" y="0"/>
          <a:ext cx="0" cy="0"/>
          <a:chOff x="0" y="0"/>
          <a:chExt cx="0" cy="0"/>
        </a:xfrm>
      </p:grpSpPr>
      <p:sp>
        <p:nvSpPr>
          <p:cNvPr id="21" name="Google Shape;2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
        <p:cNvGrpSpPr/>
        <p:nvPr/>
      </p:nvGrpSpPr>
      <p:grpSpPr>
        <a:xfrm>
          <a:off x="0" y="0"/>
          <a:ext cx="0" cy="0"/>
          <a:chOff x="0" y="0"/>
          <a:chExt cx="0" cy="0"/>
        </a:xfrm>
      </p:grpSpPr>
      <p:sp>
        <p:nvSpPr>
          <p:cNvPr id="23" name="Google Shape;2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
        <p:cNvGrpSpPr/>
        <p:nvPr/>
      </p:nvGrpSpPr>
      <p:grpSpPr>
        <a:xfrm>
          <a:off x="0" y="0"/>
          <a:ext cx="0" cy="0"/>
          <a:chOff x="0" y="0"/>
          <a:chExt cx="0" cy="0"/>
        </a:xfrm>
      </p:grpSpPr>
      <p:sp>
        <p:nvSpPr>
          <p:cNvPr id="25" name="Google Shape;2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hyperlink" Target="https://www.kaggle.com/code/vikramb/mobile-price-prediction"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 Id="rId4" Type="http://schemas.openxmlformats.org/officeDocument/2006/relationships/image" Target="../media/image8.jp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1.xml"/><Relationship Id="rId5" Type="http://schemas.openxmlformats.org/officeDocument/2006/relationships/image" Target="../media/image10.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hyperlink" Target="https://drive.google.com/drive/u/2/folders/1fkoU4Kz4IjTlNmeH221Q-cr4e4Z611sf" TargetMode="External"/><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6" Type="http://schemas.openxmlformats.org/officeDocument/2006/relationships/image" Target="../media/image34.png"/><Relationship Id="rId21" Type="http://schemas.openxmlformats.org/officeDocument/2006/relationships/image" Target="../media/image29.png"/><Relationship Id="rId34" Type="http://schemas.openxmlformats.org/officeDocument/2006/relationships/image" Target="../media/image42.png"/><Relationship Id="rId42" Type="http://schemas.openxmlformats.org/officeDocument/2006/relationships/image" Target="../media/image50.png"/><Relationship Id="rId47" Type="http://schemas.openxmlformats.org/officeDocument/2006/relationships/image" Target="../media/image55.png"/><Relationship Id="rId50" Type="http://schemas.openxmlformats.org/officeDocument/2006/relationships/image" Target="../media/image58.png"/><Relationship Id="rId55" Type="http://schemas.openxmlformats.org/officeDocument/2006/relationships/image" Target="../media/image63.png"/><Relationship Id="rId63" Type="http://schemas.openxmlformats.org/officeDocument/2006/relationships/image" Target="../media/image70.png"/><Relationship Id="rId68" Type="http://schemas.openxmlformats.org/officeDocument/2006/relationships/image" Target="../media/image75.png"/><Relationship Id="rId7" Type="http://schemas.openxmlformats.org/officeDocument/2006/relationships/image" Target="../media/image15.png"/><Relationship Id="rId2" Type="http://schemas.openxmlformats.org/officeDocument/2006/relationships/notesSlide" Target="../notesSlides/notesSlide30.xml"/><Relationship Id="rId16" Type="http://schemas.openxmlformats.org/officeDocument/2006/relationships/image" Target="../media/image24.png"/><Relationship Id="rId29" Type="http://schemas.openxmlformats.org/officeDocument/2006/relationships/image" Target="../media/image37.png"/><Relationship Id="rId11" Type="http://schemas.openxmlformats.org/officeDocument/2006/relationships/image" Target="../media/image19.png"/><Relationship Id="rId24" Type="http://schemas.openxmlformats.org/officeDocument/2006/relationships/image" Target="../media/image32.png"/><Relationship Id="rId32" Type="http://schemas.openxmlformats.org/officeDocument/2006/relationships/image" Target="../media/image40.png"/><Relationship Id="rId37" Type="http://schemas.openxmlformats.org/officeDocument/2006/relationships/image" Target="../media/image45.png"/><Relationship Id="rId40" Type="http://schemas.openxmlformats.org/officeDocument/2006/relationships/image" Target="../media/image48.png"/><Relationship Id="rId45" Type="http://schemas.openxmlformats.org/officeDocument/2006/relationships/image" Target="../media/image53.png"/><Relationship Id="rId53" Type="http://schemas.openxmlformats.org/officeDocument/2006/relationships/image" Target="../media/image61.png"/><Relationship Id="rId58" Type="http://schemas.openxmlformats.org/officeDocument/2006/relationships/image" Target="../media/image7.png"/><Relationship Id="rId66" Type="http://schemas.openxmlformats.org/officeDocument/2006/relationships/image" Target="../media/image73.png"/><Relationship Id="rId5" Type="http://schemas.openxmlformats.org/officeDocument/2006/relationships/image" Target="../media/image13.png"/><Relationship Id="rId61" Type="http://schemas.openxmlformats.org/officeDocument/2006/relationships/image" Target="../media/image68.png"/><Relationship Id="rId19" Type="http://schemas.openxmlformats.org/officeDocument/2006/relationships/image" Target="../media/image2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 Id="rId35" Type="http://schemas.openxmlformats.org/officeDocument/2006/relationships/image" Target="../media/image43.png"/><Relationship Id="rId43" Type="http://schemas.openxmlformats.org/officeDocument/2006/relationships/image" Target="../media/image51.png"/><Relationship Id="rId48" Type="http://schemas.openxmlformats.org/officeDocument/2006/relationships/image" Target="../media/image56.png"/><Relationship Id="rId56" Type="http://schemas.openxmlformats.org/officeDocument/2006/relationships/image" Target="../media/image64.png"/><Relationship Id="rId64" Type="http://schemas.openxmlformats.org/officeDocument/2006/relationships/image" Target="../media/image71.png"/><Relationship Id="rId8" Type="http://schemas.openxmlformats.org/officeDocument/2006/relationships/image" Target="../media/image16.png"/><Relationship Id="rId51" Type="http://schemas.openxmlformats.org/officeDocument/2006/relationships/image" Target="../media/image59.png"/><Relationship Id="rId3" Type="http://schemas.openxmlformats.org/officeDocument/2006/relationships/image" Target="../media/image11.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33" Type="http://schemas.openxmlformats.org/officeDocument/2006/relationships/image" Target="../media/image41.png"/><Relationship Id="rId38" Type="http://schemas.openxmlformats.org/officeDocument/2006/relationships/image" Target="../media/image46.png"/><Relationship Id="rId46" Type="http://schemas.openxmlformats.org/officeDocument/2006/relationships/image" Target="../media/image54.png"/><Relationship Id="rId59" Type="http://schemas.openxmlformats.org/officeDocument/2006/relationships/image" Target="../media/image66.png"/><Relationship Id="rId67" Type="http://schemas.openxmlformats.org/officeDocument/2006/relationships/image" Target="../media/image74.png"/><Relationship Id="rId20" Type="http://schemas.openxmlformats.org/officeDocument/2006/relationships/image" Target="../media/image28.png"/><Relationship Id="rId41" Type="http://schemas.openxmlformats.org/officeDocument/2006/relationships/image" Target="../media/image49.png"/><Relationship Id="rId54" Type="http://schemas.openxmlformats.org/officeDocument/2006/relationships/image" Target="../media/image62.png"/><Relationship Id="rId62" Type="http://schemas.openxmlformats.org/officeDocument/2006/relationships/image" Target="../media/image69.png"/><Relationship Id="rId1" Type="http://schemas.openxmlformats.org/officeDocument/2006/relationships/slideLayout" Target="../slideLayouts/slideLayout11.xml"/><Relationship Id="rId6" Type="http://schemas.openxmlformats.org/officeDocument/2006/relationships/image" Target="../media/image14.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36" Type="http://schemas.openxmlformats.org/officeDocument/2006/relationships/image" Target="../media/image44.png"/><Relationship Id="rId49" Type="http://schemas.openxmlformats.org/officeDocument/2006/relationships/image" Target="../media/image57.png"/><Relationship Id="rId57" Type="http://schemas.openxmlformats.org/officeDocument/2006/relationships/image" Target="../media/image65.png"/><Relationship Id="rId10" Type="http://schemas.openxmlformats.org/officeDocument/2006/relationships/image" Target="../media/image18.png"/><Relationship Id="rId31" Type="http://schemas.openxmlformats.org/officeDocument/2006/relationships/image" Target="../media/image39.png"/><Relationship Id="rId44" Type="http://schemas.openxmlformats.org/officeDocument/2006/relationships/image" Target="../media/image52.png"/><Relationship Id="rId52" Type="http://schemas.openxmlformats.org/officeDocument/2006/relationships/image" Target="../media/image60.png"/><Relationship Id="rId60" Type="http://schemas.openxmlformats.org/officeDocument/2006/relationships/image" Target="../media/image67.png"/><Relationship Id="rId65" Type="http://schemas.openxmlformats.org/officeDocument/2006/relationships/image" Target="../media/image72.png"/><Relationship Id="rId4" Type="http://schemas.openxmlformats.org/officeDocument/2006/relationships/image" Target="../media/image12.png"/><Relationship Id="rId9" Type="http://schemas.openxmlformats.org/officeDocument/2006/relationships/image" Target="../media/image17.png"/><Relationship Id="rId13" Type="http://schemas.openxmlformats.org/officeDocument/2006/relationships/image" Target="../media/image21.png"/><Relationship Id="rId18" Type="http://schemas.openxmlformats.org/officeDocument/2006/relationships/image" Target="../media/image26.png"/><Relationship Id="rId39" Type="http://schemas.openxmlformats.org/officeDocument/2006/relationships/image" Target="../media/image47.png"/></Relationships>
</file>

<file path=ppt/slides/_rels/slide31.xml.rels><?xml version="1.0" encoding="UTF-8" standalone="yes"?>
<Relationships xmlns="http://schemas.openxmlformats.org/package/2006/relationships"><Relationship Id="rId13" Type="http://schemas.openxmlformats.org/officeDocument/2006/relationships/image" Target="../media/image86.png"/><Relationship Id="rId18" Type="http://schemas.openxmlformats.org/officeDocument/2006/relationships/image" Target="../media/image91.png"/><Relationship Id="rId26" Type="http://schemas.openxmlformats.org/officeDocument/2006/relationships/image" Target="../media/image99.png"/><Relationship Id="rId39" Type="http://schemas.openxmlformats.org/officeDocument/2006/relationships/image" Target="../media/image112.png"/><Relationship Id="rId21" Type="http://schemas.openxmlformats.org/officeDocument/2006/relationships/image" Target="../media/image94.png"/><Relationship Id="rId34" Type="http://schemas.openxmlformats.org/officeDocument/2006/relationships/image" Target="../media/image107.png"/><Relationship Id="rId42" Type="http://schemas.openxmlformats.org/officeDocument/2006/relationships/image" Target="../media/image115.png"/><Relationship Id="rId47" Type="http://schemas.openxmlformats.org/officeDocument/2006/relationships/image" Target="../media/image120.png"/><Relationship Id="rId50" Type="http://schemas.openxmlformats.org/officeDocument/2006/relationships/image" Target="../media/image123.png"/><Relationship Id="rId55" Type="http://schemas.openxmlformats.org/officeDocument/2006/relationships/image" Target="../media/image128.png"/><Relationship Id="rId63" Type="http://schemas.openxmlformats.org/officeDocument/2006/relationships/image" Target="../media/image136.png"/><Relationship Id="rId7" Type="http://schemas.openxmlformats.org/officeDocument/2006/relationships/image" Target="../media/image80.png"/><Relationship Id="rId2" Type="http://schemas.openxmlformats.org/officeDocument/2006/relationships/notesSlide" Target="../notesSlides/notesSlide31.xml"/><Relationship Id="rId16" Type="http://schemas.openxmlformats.org/officeDocument/2006/relationships/image" Target="../media/image89.png"/><Relationship Id="rId29" Type="http://schemas.openxmlformats.org/officeDocument/2006/relationships/image" Target="../media/image102.png"/><Relationship Id="rId11" Type="http://schemas.openxmlformats.org/officeDocument/2006/relationships/image" Target="../media/image84.png"/><Relationship Id="rId24" Type="http://schemas.openxmlformats.org/officeDocument/2006/relationships/image" Target="../media/image97.png"/><Relationship Id="rId32" Type="http://schemas.openxmlformats.org/officeDocument/2006/relationships/image" Target="../media/image105.png"/><Relationship Id="rId37" Type="http://schemas.openxmlformats.org/officeDocument/2006/relationships/image" Target="../media/image110.png"/><Relationship Id="rId40" Type="http://schemas.openxmlformats.org/officeDocument/2006/relationships/image" Target="../media/image113.png"/><Relationship Id="rId45" Type="http://schemas.openxmlformats.org/officeDocument/2006/relationships/image" Target="../media/image118.png"/><Relationship Id="rId53" Type="http://schemas.openxmlformats.org/officeDocument/2006/relationships/image" Target="../media/image126.png"/><Relationship Id="rId58" Type="http://schemas.openxmlformats.org/officeDocument/2006/relationships/image" Target="../media/image131.png"/><Relationship Id="rId5" Type="http://schemas.openxmlformats.org/officeDocument/2006/relationships/image" Target="../media/image78.png"/><Relationship Id="rId61" Type="http://schemas.openxmlformats.org/officeDocument/2006/relationships/image" Target="../media/image134.png"/><Relationship Id="rId19" Type="http://schemas.openxmlformats.org/officeDocument/2006/relationships/image" Target="../media/image92.png"/><Relationship Id="rId14" Type="http://schemas.openxmlformats.org/officeDocument/2006/relationships/image" Target="../media/image87.png"/><Relationship Id="rId22" Type="http://schemas.openxmlformats.org/officeDocument/2006/relationships/image" Target="../media/image95.png"/><Relationship Id="rId27" Type="http://schemas.openxmlformats.org/officeDocument/2006/relationships/image" Target="../media/image100.png"/><Relationship Id="rId30" Type="http://schemas.openxmlformats.org/officeDocument/2006/relationships/image" Target="../media/image103.png"/><Relationship Id="rId35" Type="http://schemas.openxmlformats.org/officeDocument/2006/relationships/image" Target="../media/image108.png"/><Relationship Id="rId43" Type="http://schemas.openxmlformats.org/officeDocument/2006/relationships/image" Target="../media/image116.png"/><Relationship Id="rId48" Type="http://schemas.openxmlformats.org/officeDocument/2006/relationships/image" Target="../media/image121.png"/><Relationship Id="rId56" Type="http://schemas.openxmlformats.org/officeDocument/2006/relationships/image" Target="../media/image129.png"/><Relationship Id="rId8" Type="http://schemas.openxmlformats.org/officeDocument/2006/relationships/image" Target="../media/image81.png"/><Relationship Id="rId51" Type="http://schemas.openxmlformats.org/officeDocument/2006/relationships/image" Target="../media/image124.png"/><Relationship Id="rId3" Type="http://schemas.openxmlformats.org/officeDocument/2006/relationships/image" Target="../media/image76.png"/><Relationship Id="rId12" Type="http://schemas.openxmlformats.org/officeDocument/2006/relationships/image" Target="../media/image85.png"/><Relationship Id="rId17" Type="http://schemas.openxmlformats.org/officeDocument/2006/relationships/image" Target="../media/image90.png"/><Relationship Id="rId25" Type="http://schemas.openxmlformats.org/officeDocument/2006/relationships/image" Target="../media/image98.png"/><Relationship Id="rId33" Type="http://schemas.openxmlformats.org/officeDocument/2006/relationships/image" Target="../media/image106.png"/><Relationship Id="rId38" Type="http://schemas.openxmlformats.org/officeDocument/2006/relationships/image" Target="../media/image111.png"/><Relationship Id="rId46" Type="http://schemas.openxmlformats.org/officeDocument/2006/relationships/image" Target="../media/image119.png"/><Relationship Id="rId59" Type="http://schemas.openxmlformats.org/officeDocument/2006/relationships/image" Target="../media/image132.png"/><Relationship Id="rId20" Type="http://schemas.openxmlformats.org/officeDocument/2006/relationships/image" Target="../media/image93.png"/><Relationship Id="rId41" Type="http://schemas.openxmlformats.org/officeDocument/2006/relationships/image" Target="../media/image114.png"/><Relationship Id="rId54" Type="http://schemas.openxmlformats.org/officeDocument/2006/relationships/image" Target="../media/image127.png"/><Relationship Id="rId62" Type="http://schemas.openxmlformats.org/officeDocument/2006/relationships/image" Target="../media/image135.png"/><Relationship Id="rId1" Type="http://schemas.openxmlformats.org/officeDocument/2006/relationships/slideLayout" Target="../slideLayouts/slideLayout11.xml"/><Relationship Id="rId6" Type="http://schemas.openxmlformats.org/officeDocument/2006/relationships/image" Target="../media/image79.png"/><Relationship Id="rId15" Type="http://schemas.openxmlformats.org/officeDocument/2006/relationships/image" Target="../media/image88.png"/><Relationship Id="rId23" Type="http://schemas.openxmlformats.org/officeDocument/2006/relationships/image" Target="../media/image96.png"/><Relationship Id="rId28" Type="http://schemas.openxmlformats.org/officeDocument/2006/relationships/image" Target="../media/image101.png"/><Relationship Id="rId36" Type="http://schemas.openxmlformats.org/officeDocument/2006/relationships/image" Target="../media/image109.png"/><Relationship Id="rId49" Type="http://schemas.openxmlformats.org/officeDocument/2006/relationships/image" Target="../media/image122.png"/><Relationship Id="rId57" Type="http://schemas.openxmlformats.org/officeDocument/2006/relationships/image" Target="../media/image130.png"/><Relationship Id="rId10" Type="http://schemas.openxmlformats.org/officeDocument/2006/relationships/image" Target="../media/image83.png"/><Relationship Id="rId31" Type="http://schemas.openxmlformats.org/officeDocument/2006/relationships/image" Target="../media/image104.png"/><Relationship Id="rId44" Type="http://schemas.openxmlformats.org/officeDocument/2006/relationships/image" Target="../media/image117.png"/><Relationship Id="rId52" Type="http://schemas.openxmlformats.org/officeDocument/2006/relationships/image" Target="../media/image125.png"/><Relationship Id="rId60" Type="http://schemas.openxmlformats.org/officeDocument/2006/relationships/image" Target="../media/image133.png"/><Relationship Id="rId4" Type="http://schemas.openxmlformats.org/officeDocument/2006/relationships/image" Target="../media/image77.png"/><Relationship Id="rId9" Type="http://schemas.openxmlformats.org/officeDocument/2006/relationships/image" Target="../media/image82.png"/></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33.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image" Target="../media/image137.png"/><Relationship Id="rId7" Type="http://schemas.openxmlformats.org/officeDocument/2006/relationships/image" Target="../media/image141.png"/><Relationship Id="rId2" Type="http://schemas.openxmlformats.org/officeDocument/2006/relationships/notesSlide" Target="../notesSlides/notesSlide34.xml"/><Relationship Id="rId1" Type="http://schemas.openxmlformats.org/officeDocument/2006/relationships/slideLayout" Target="../slideLayouts/slideLayout11.xml"/><Relationship Id="rId6" Type="http://schemas.openxmlformats.org/officeDocument/2006/relationships/image" Target="../media/image140.png"/><Relationship Id="rId5" Type="http://schemas.openxmlformats.org/officeDocument/2006/relationships/image" Target="../media/image139.png"/><Relationship Id="rId4" Type="http://schemas.openxmlformats.org/officeDocument/2006/relationships/image" Target="../media/image138.png"/></Relationships>
</file>

<file path=ppt/slides/_rels/slide35.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35.xml"/><Relationship Id="rId1" Type="http://schemas.openxmlformats.org/officeDocument/2006/relationships/slideLayout" Target="../slideLayouts/slideLayout11.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36.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36.xml"/><Relationship Id="rId1" Type="http://schemas.openxmlformats.org/officeDocument/2006/relationships/slideLayout" Target="../slideLayouts/slideLayout11.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47.png"/></Relationships>
</file>

<file path=ppt/slides/_rels/slide37.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37.xml"/><Relationship Id="rId1" Type="http://schemas.openxmlformats.org/officeDocument/2006/relationships/slideLayout" Target="../slideLayouts/slideLayout11.xml"/><Relationship Id="rId4" Type="http://schemas.openxmlformats.org/officeDocument/2006/relationships/image" Target="../media/image151.png"/></Relationships>
</file>

<file path=ppt/slides/_rels/slide38.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38.xml"/><Relationship Id="rId1" Type="http://schemas.openxmlformats.org/officeDocument/2006/relationships/slideLayout" Target="../slideLayouts/slideLayout11.xml"/><Relationship Id="rId5" Type="http://schemas.openxmlformats.org/officeDocument/2006/relationships/image" Target="../media/image154.png"/><Relationship Id="rId4" Type="http://schemas.openxmlformats.org/officeDocument/2006/relationships/image" Target="../media/image153.png"/></Relationships>
</file>

<file path=ppt/slides/_rels/slide39.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39.xml"/><Relationship Id="rId1" Type="http://schemas.openxmlformats.org/officeDocument/2006/relationships/slideLayout" Target="../slideLayouts/slideLayout11.xml"/><Relationship Id="rId5" Type="http://schemas.openxmlformats.org/officeDocument/2006/relationships/image" Target="../media/image157.png"/><Relationship Id="rId4" Type="http://schemas.openxmlformats.org/officeDocument/2006/relationships/image" Target="../media/image156.png"/></Relationships>
</file>

<file path=ppt/slides/_rels/slide40.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40.xml"/><Relationship Id="rId1" Type="http://schemas.openxmlformats.org/officeDocument/2006/relationships/slideLayout" Target="../slideLayouts/slideLayout11.xml"/><Relationship Id="rId4" Type="http://schemas.openxmlformats.org/officeDocument/2006/relationships/image" Target="../media/image159.png"/></Relationships>
</file>

<file path=ppt/slides/_rels/slide41.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41.xml"/><Relationship Id="rId1" Type="http://schemas.openxmlformats.org/officeDocument/2006/relationships/slideLayout" Target="../slideLayouts/slideLayout11.xml"/><Relationship Id="rId4" Type="http://schemas.openxmlformats.org/officeDocument/2006/relationships/image" Target="../media/image161.png"/></Relationships>
</file>

<file path=ppt/slides/_rels/slide42.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45.xml"/><Relationship Id="rId1" Type="http://schemas.openxmlformats.org/officeDocument/2006/relationships/slideLayout" Target="../slideLayouts/slideLayout11.xml"/><Relationship Id="rId5" Type="http://schemas.openxmlformats.org/officeDocument/2006/relationships/image" Target="../media/image167.png"/><Relationship Id="rId4" Type="http://schemas.openxmlformats.org/officeDocument/2006/relationships/image" Target="../media/image166.png"/></Relationships>
</file>

<file path=ppt/slides/_rels/slide46.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46.xml"/><Relationship Id="rId1" Type="http://schemas.openxmlformats.org/officeDocument/2006/relationships/slideLayout" Target="../slideLayouts/slideLayout11.xml"/><Relationship Id="rId4" Type="http://schemas.openxmlformats.org/officeDocument/2006/relationships/image" Target="../media/image169.png"/></Relationships>
</file>

<file path=ppt/slides/_rels/slide47.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47.xml"/><Relationship Id="rId1" Type="http://schemas.openxmlformats.org/officeDocument/2006/relationships/slideLayout" Target="../slideLayouts/slideLayout11.xml"/><Relationship Id="rId4" Type="http://schemas.openxmlformats.org/officeDocument/2006/relationships/image" Target="../media/image171.png"/></Relationships>
</file>

<file path=ppt/slides/_rels/slide48.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48.xml"/><Relationship Id="rId1" Type="http://schemas.openxmlformats.org/officeDocument/2006/relationships/slideLayout" Target="../slideLayouts/slideLayout11.xml"/><Relationship Id="rId5" Type="http://schemas.openxmlformats.org/officeDocument/2006/relationships/image" Target="../media/image174.png"/><Relationship Id="rId4" Type="http://schemas.openxmlformats.org/officeDocument/2006/relationships/image" Target="../media/image173.png"/></Relationships>
</file>

<file path=ppt/slides/_rels/slide49.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49.xml"/><Relationship Id="rId1" Type="http://schemas.openxmlformats.org/officeDocument/2006/relationships/slideLayout" Target="../slideLayouts/slideLayout11.xml"/><Relationship Id="rId6" Type="http://schemas.openxmlformats.org/officeDocument/2006/relationships/image" Target="../media/image178.png"/><Relationship Id="rId5" Type="http://schemas.openxmlformats.org/officeDocument/2006/relationships/image" Target="../media/image177.png"/><Relationship Id="rId4" Type="http://schemas.openxmlformats.org/officeDocument/2006/relationships/image" Target="../media/image17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32"/>
        <p:cNvGrpSpPr/>
        <p:nvPr/>
      </p:nvGrpSpPr>
      <p:grpSpPr>
        <a:xfrm>
          <a:off x="0" y="0"/>
          <a:ext cx="0" cy="0"/>
          <a:chOff x="0" y="0"/>
          <a:chExt cx="0" cy="0"/>
        </a:xfrm>
      </p:grpSpPr>
      <p:sp>
        <p:nvSpPr>
          <p:cNvPr id="33" name="Google Shape;33;p14"/>
          <p:cNvSpPr txBox="1">
            <a:spLocks noGrp="1"/>
          </p:cNvSpPr>
          <p:nvPr>
            <p:ph type="ctrTitle"/>
          </p:nvPr>
        </p:nvSpPr>
        <p:spPr>
          <a:xfrm>
            <a:off x="64008" y="638300"/>
            <a:ext cx="8520600" cy="1359331"/>
          </a:xfrm>
          <a:prstGeom prst="rect">
            <a:avLst/>
          </a:prstGeom>
          <a:noFill/>
          <a:ln>
            <a:noFill/>
          </a:ln>
        </p:spPr>
        <p:txBody>
          <a:bodyPr spcFirstLastPara="1" wrap="square" lIns="91425" tIns="0"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Webinar 14 - Sprint 7</a:t>
            </a:r>
            <a:endParaRPr sz="6000" dirty="0">
              <a:solidFill>
                <a:srgbClr val="1A1A1A"/>
              </a:solidFill>
              <a:latin typeface="Inter ExtraBold"/>
              <a:ea typeface="Inter ExtraBold"/>
              <a:cs typeface="Inter ExtraBold"/>
              <a:sym typeface="Inter ExtraBold"/>
            </a:endParaRPr>
          </a:p>
          <a:p>
            <a:pPr marL="0" lvl="0" indent="0" algn="l" rtl="0">
              <a:spcBef>
                <a:spcPts val="1000"/>
              </a:spcBef>
              <a:spcAft>
                <a:spcPts val="0"/>
              </a:spcAft>
              <a:buClr>
                <a:schemeClr val="dk1"/>
              </a:buClr>
              <a:buSzPts val="1100"/>
              <a:buFont typeface="Arial"/>
              <a:buNone/>
            </a:pPr>
            <a:r>
              <a:rPr lang="en" sz="2000" dirty="0">
                <a:solidFill>
                  <a:srgbClr val="1A1A1A"/>
                </a:solidFill>
                <a:latin typeface="Inter"/>
                <a:ea typeface="Inter"/>
                <a:cs typeface="Inter ExtraBold"/>
                <a:sym typeface="Inter"/>
              </a:rPr>
              <a:t>I</a:t>
            </a:r>
            <a:r>
              <a:rPr lang="es-CO" sz="2000" dirty="0">
                <a:solidFill>
                  <a:srgbClr val="1A1A1A"/>
                </a:solidFill>
                <a:latin typeface="Inter"/>
                <a:ea typeface="Inter"/>
                <a:cs typeface="Inter ExtraBold"/>
                <a:sym typeface="Inter"/>
              </a:rPr>
              <a:t>d</a:t>
            </a:r>
            <a:r>
              <a:rPr lang="en" sz="2000" dirty="0">
                <a:solidFill>
                  <a:srgbClr val="1A1A1A"/>
                </a:solidFill>
                <a:latin typeface="Inter"/>
                <a:ea typeface="Inter"/>
                <a:cs typeface="Inter ExtraBold"/>
                <a:sym typeface="Inter"/>
              </a:rPr>
              <a:t>e - Git</a:t>
            </a:r>
            <a:endParaRPr sz="6000" dirty="0">
              <a:solidFill>
                <a:srgbClr val="1A1A1A"/>
              </a:solidFill>
              <a:latin typeface="Inter ExtraBold"/>
              <a:ea typeface="Inter ExtraBold"/>
              <a:cs typeface="Inter ExtraBold"/>
              <a:sym typeface="Inter ExtraBold"/>
            </a:endParaRPr>
          </a:p>
        </p:txBody>
      </p:sp>
      <p:pic>
        <p:nvPicPr>
          <p:cNvPr id="34" name="Google Shape;34;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35" name="Google Shape;35;p14"/>
          <p:cNvSpPr txBox="1">
            <a:spLocks noGrp="1"/>
          </p:cNvSpPr>
          <p:nvPr>
            <p:ph type="subTitle" idx="1"/>
          </p:nvPr>
        </p:nvSpPr>
        <p:spPr>
          <a:xfrm>
            <a:off x="152400" y="4600950"/>
            <a:ext cx="8686800" cy="3693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2A2A2A"/>
                </a:solidFill>
                <a:latin typeface="Inter Medium"/>
                <a:ea typeface="Inter Medium"/>
                <a:cs typeface="Inter Medium"/>
                <a:sym typeface="Inter Medium"/>
              </a:rPr>
              <a:t>April 24, 2024</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47"/>
        <p:cNvGrpSpPr/>
        <p:nvPr/>
      </p:nvGrpSpPr>
      <p:grpSpPr>
        <a:xfrm>
          <a:off x="0" y="0"/>
          <a:ext cx="0" cy="0"/>
          <a:chOff x="0" y="0"/>
          <a:chExt cx="0" cy="0"/>
        </a:xfrm>
      </p:grpSpPr>
      <p:sp>
        <p:nvSpPr>
          <p:cNvPr id="48" name="Google Shape;48;p16"/>
          <p:cNvSpPr txBox="1">
            <a:spLocks noGrp="1"/>
          </p:cNvSpPr>
          <p:nvPr>
            <p:ph type="subTitle" idx="1"/>
          </p:nvPr>
        </p:nvSpPr>
        <p:spPr>
          <a:xfrm>
            <a:off x="152400" y="2017650"/>
            <a:ext cx="8520600" cy="2989800"/>
          </a:xfrm>
          <a:prstGeom prst="rect">
            <a:avLst/>
          </a:prstGeom>
          <a:noFill/>
          <a:ln>
            <a:noFill/>
          </a:ln>
        </p:spPr>
        <p:txBody>
          <a:bodyPr spcFirstLastPara="1" wrap="square" lIns="91425" tIns="91425" rIns="91425" bIns="91425" anchor="b" anchorCtr="0">
            <a:noAutofit/>
          </a:bodyPr>
          <a:lstStyle/>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Recap</a:t>
            </a:r>
            <a:r>
              <a:rPr lang="es-CO" sz="2400" dirty="0">
                <a:solidFill>
                  <a:srgbClr val="1A1A1A"/>
                </a:solidFill>
                <a:latin typeface="Inter"/>
                <a:ea typeface="Inter"/>
                <a:cs typeface="Inter"/>
                <a:sym typeface="Inter"/>
              </a:rPr>
              <a:t> - Terminal</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Jupyter</a:t>
            </a:r>
            <a:r>
              <a:rPr lang="es-CO" sz="2400" dirty="0">
                <a:solidFill>
                  <a:srgbClr val="1A1A1A"/>
                </a:solidFill>
                <a:latin typeface="Inter"/>
                <a:ea typeface="Inter"/>
                <a:cs typeface="Inter"/>
                <a:sym typeface="Inter"/>
              </a:rPr>
              <a:t> + Anaconda</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VS </a:t>
            </a:r>
            <a:r>
              <a:rPr lang="es-CO" sz="2400" dirty="0" err="1">
                <a:solidFill>
                  <a:srgbClr val="1A1A1A"/>
                </a:solidFill>
                <a:latin typeface="Inter"/>
                <a:ea typeface="Inter"/>
                <a:cs typeface="Inter"/>
                <a:sym typeface="Inter"/>
              </a:rPr>
              <a:t>Code</a:t>
            </a: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Git – </a:t>
            </a:r>
            <a:r>
              <a:rPr lang="es-CO" sz="2400" dirty="0" err="1">
                <a:solidFill>
                  <a:srgbClr val="1A1A1A"/>
                </a:solidFill>
                <a:latin typeface="Inter"/>
                <a:ea typeface="Inter"/>
                <a:cs typeface="Inter"/>
                <a:sym typeface="Inter"/>
              </a:rPr>
              <a:t>Github</a:t>
            </a: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VS </a:t>
            </a:r>
            <a:r>
              <a:rPr lang="es-CO" sz="2400" dirty="0" err="1">
                <a:solidFill>
                  <a:srgbClr val="1A1A1A"/>
                </a:solidFill>
                <a:latin typeface="Inter"/>
                <a:ea typeface="Inter"/>
                <a:cs typeface="Inter"/>
                <a:sym typeface="Inter"/>
              </a:rPr>
              <a:t>Code</a:t>
            </a:r>
            <a:r>
              <a:rPr lang="es-CO" sz="2400" dirty="0">
                <a:solidFill>
                  <a:srgbClr val="1A1A1A"/>
                </a:solidFill>
                <a:latin typeface="Inter"/>
                <a:ea typeface="Inter"/>
                <a:cs typeface="Inter"/>
                <a:sym typeface="Inter"/>
              </a:rPr>
              <a:t> + </a:t>
            </a:r>
            <a:r>
              <a:rPr lang="es-CO" sz="2400" dirty="0" err="1">
                <a:solidFill>
                  <a:srgbClr val="1A1A1A"/>
                </a:solidFill>
                <a:latin typeface="Inter"/>
                <a:ea typeface="Inter"/>
                <a:cs typeface="Inter"/>
                <a:sym typeface="Inter"/>
              </a:rPr>
              <a:t>Github</a:t>
            </a: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Construyendo tu portafolio</a:t>
            </a:r>
            <a:endParaRPr lang="en"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Cierre</a:t>
            </a:r>
            <a:endParaRPr sz="2400" dirty="0">
              <a:solidFill>
                <a:srgbClr val="1A1A1A"/>
              </a:solidFill>
              <a:latin typeface="Inter"/>
              <a:ea typeface="Inter"/>
              <a:cs typeface="Inter"/>
              <a:sym typeface="Inter"/>
            </a:endParaRPr>
          </a:p>
        </p:txBody>
      </p:sp>
      <p:pic>
        <p:nvPicPr>
          <p:cNvPr id="49" name="Google Shape;49;p1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0" name="Google Shape;50;p1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Agenda</a:t>
            </a:r>
            <a:endParaRPr sz="4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63A82CEC-B644-7638-F512-B01594CE7FA6}"/>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BA6F9926-8476-7A85-74BC-18F87D6C5BE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BD3770C7-B5C0-9BBA-3A6F-EB2E008558E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Acuerdos</a:t>
            </a:r>
            <a:endParaRPr sz="4000" dirty="0">
              <a:solidFill>
                <a:srgbClr val="1A1A1A"/>
              </a:solidFill>
              <a:latin typeface="Inter ExtraBold"/>
              <a:ea typeface="Inter ExtraBold"/>
              <a:cs typeface="Inter ExtraBold"/>
              <a:sym typeface="Inter ExtraBold"/>
            </a:endParaRPr>
          </a:p>
        </p:txBody>
      </p:sp>
      <p:sp>
        <p:nvSpPr>
          <p:cNvPr id="102" name="Google Shape;102;p20">
            <a:extLst>
              <a:ext uri="{FF2B5EF4-FFF2-40B4-BE49-F238E27FC236}">
                <a16:creationId xmlns:a16="http://schemas.microsoft.com/office/drawing/2014/main" id="{AFCBF5E4-4205-2FB9-D8F8-A8EAC6DCD3E4}"/>
              </a:ext>
            </a:extLst>
          </p:cNvPr>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Encuentra tu espacio y crea el momento oportuno para disfrutar de aprender</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Evita dispositivos y aplicaciones que puedan robar tu atención</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Mantén la mente abierta y flexible, los prejuicios y paradigmas no están invitados</a:t>
            </a:r>
          </a:p>
        </p:txBody>
      </p:sp>
    </p:spTree>
    <p:extLst>
      <p:ext uri="{BB962C8B-B14F-4D97-AF65-F5344CB8AC3E}">
        <p14:creationId xmlns:p14="http://schemas.microsoft.com/office/powerpoint/2010/main" val="149891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p:cNvGrpSpPr/>
        <p:nvPr/>
      </p:nvGrpSpPr>
      <p:grpSpPr>
        <a:xfrm>
          <a:off x="0" y="0"/>
          <a:ext cx="0" cy="0"/>
          <a:chOff x="0" y="0"/>
          <a:chExt cx="0" cy="0"/>
        </a:xfrm>
      </p:grpSpPr>
      <p:sp>
        <p:nvSpPr>
          <p:cNvPr id="213" name="Google Shape;213;p33"/>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Introducirnos al uso de herramientas de programación e </a:t>
            </a:r>
            <a:r>
              <a:rPr lang="es-ES" sz="1800" dirty="0" err="1"/>
              <a:t>IDEs</a:t>
            </a:r>
            <a:endParaRPr lang="es-ES" sz="1800" dirty="0"/>
          </a:p>
        </p:txBody>
      </p:sp>
      <p:sp>
        <p:nvSpPr>
          <p:cNvPr id="214" name="Google Shape;214;p33"/>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t>Practicar el uso básico de GIT para el control de versiones</a:t>
            </a:r>
          </a:p>
        </p:txBody>
      </p:sp>
      <p:sp>
        <p:nvSpPr>
          <p:cNvPr id="215" name="Google Shape;215;p33"/>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Realizar la construcción de nuestro primer proyecto en GitHub</a:t>
            </a:r>
            <a:endParaRPr sz="1800" dirty="0"/>
          </a:p>
        </p:txBody>
      </p:sp>
      <p:pic>
        <p:nvPicPr>
          <p:cNvPr id="216" name="Google Shape;216;p3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Objetivo</a:t>
            </a:r>
            <a:endParaRPr sz="4000" dirty="0">
              <a:solidFill>
                <a:srgbClr val="1A1A1A"/>
              </a:solidFill>
              <a:latin typeface="Inter ExtraBold"/>
              <a:ea typeface="Inter ExtraBold"/>
              <a:cs typeface="Inter ExtraBold"/>
              <a:sym typeface="Inter ExtraBold"/>
            </a:endParaRPr>
          </a:p>
        </p:txBody>
      </p:sp>
      <p:pic>
        <p:nvPicPr>
          <p:cNvPr id="218" name="Google Shape;218;p33"/>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p:cNvPicPr preferRelativeResize="0"/>
          <p:nvPr/>
        </p:nvPicPr>
        <p:blipFill>
          <a:blip r:embed="rId6">
            <a:alphaModFix/>
          </a:blip>
          <a:stretch>
            <a:fillRect/>
          </a:stretch>
        </p:blipFill>
        <p:spPr>
          <a:xfrm>
            <a:off x="6407419" y="2191460"/>
            <a:ext cx="474431" cy="76056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p:cNvGrpSpPr/>
        <p:nvPr/>
      </p:nvGrpSpPr>
      <p:grpSpPr>
        <a:xfrm>
          <a:off x="0" y="0"/>
          <a:ext cx="0" cy="0"/>
          <a:chOff x="0" y="0"/>
          <a:chExt cx="0" cy="0"/>
        </a:xfrm>
      </p:grpSpPr>
      <p:pic>
        <p:nvPicPr>
          <p:cNvPr id="240" name="Google Shape;240;p3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p:cNvSpPr txBox="1">
            <a:spLocks noGrp="1"/>
          </p:cNvSpPr>
          <p:nvPr>
            <p:ph type="ctrTitle"/>
          </p:nvPr>
        </p:nvSpPr>
        <p:spPr>
          <a:xfrm>
            <a:off x="322800" y="817438"/>
            <a:ext cx="6138384" cy="1846629"/>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Midamos los ánimos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Recap</a:t>
            </a:r>
            <a:endParaRPr sz="4000" dirty="0">
              <a:solidFill>
                <a:srgbClr val="1A1A1A"/>
              </a:solidFill>
              <a:latin typeface="Inter ExtraBold"/>
              <a:ea typeface="Inter ExtraBold"/>
              <a:cs typeface="Inter ExtraBold"/>
              <a:sym typeface="Inter ExtraBold"/>
            </a:endParaRPr>
          </a:p>
        </p:txBody>
      </p:sp>
      <p:pic>
        <p:nvPicPr>
          <p:cNvPr id="2050" name="Picture 2">
            <a:extLst>
              <a:ext uri="{FF2B5EF4-FFF2-40B4-BE49-F238E27FC236}">
                <a16:creationId xmlns:a16="http://schemas.microsoft.com/office/drawing/2014/main" id="{C620BD7C-F612-5733-08B0-847B27E4AC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8075" y="0"/>
            <a:ext cx="5191125"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B5F8D258-8437-BAC8-79AD-316DA67CF9ED}"/>
            </a:ext>
          </a:extLst>
        </p:cNvPr>
        <p:cNvGrpSpPr/>
        <p:nvPr/>
      </p:nvGrpSpPr>
      <p:grpSpPr>
        <a:xfrm>
          <a:off x="0" y="0"/>
          <a:ext cx="0" cy="0"/>
          <a:chOff x="0" y="0"/>
          <a:chExt cx="0" cy="0"/>
        </a:xfrm>
      </p:grpSpPr>
      <p:pic>
        <p:nvPicPr>
          <p:cNvPr id="140" name="Google Shape;140;p25">
            <a:extLst>
              <a:ext uri="{FF2B5EF4-FFF2-40B4-BE49-F238E27FC236}">
                <a16:creationId xmlns:a16="http://schemas.microsoft.com/office/drawing/2014/main" id="{E3CC62D7-3872-A0F3-F2BA-4457673263E9}"/>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a:extLst>
              <a:ext uri="{FF2B5EF4-FFF2-40B4-BE49-F238E27FC236}">
                <a16:creationId xmlns:a16="http://schemas.microsoft.com/office/drawing/2014/main" id="{AF332340-C069-FFF1-3245-F01A91208C4B}"/>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¿Qué es un Anaconda?</a:t>
            </a:r>
            <a:endParaRPr sz="4000" dirty="0">
              <a:solidFill>
                <a:srgbClr val="1A1A1A"/>
              </a:solidFill>
              <a:latin typeface="Inter ExtraBold"/>
              <a:ea typeface="Inter ExtraBold"/>
              <a:cs typeface="Inter ExtraBold"/>
              <a:sym typeface="Inter ExtraBold"/>
            </a:endParaRPr>
          </a:p>
        </p:txBody>
      </p:sp>
      <p:sp>
        <p:nvSpPr>
          <p:cNvPr id="142" name="Google Shape;142;p25">
            <a:extLst>
              <a:ext uri="{FF2B5EF4-FFF2-40B4-BE49-F238E27FC236}">
                <a16:creationId xmlns:a16="http://schemas.microsoft.com/office/drawing/2014/main" id="{90DFC45D-347B-EB67-ABC8-7FD8DE152FD5}"/>
              </a:ext>
            </a:extLst>
          </p:cNvPr>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Distribución de paquetes</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Anaconda nos provee de paquetes de software precompilados y listos para usar.</a:t>
            </a: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Principalmente en el area de ciencia y analítica de datos.</a:t>
            </a:r>
            <a:endParaRPr dirty="0">
              <a:solidFill>
                <a:srgbClr val="1A1A1A"/>
              </a:solidFill>
            </a:endParaRPr>
          </a:p>
        </p:txBody>
      </p:sp>
      <p:sp>
        <p:nvSpPr>
          <p:cNvPr id="143" name="Google Shape;143;p25">
            <a:extLst>
              <a:ext uri="{FF2B5EF4-FFF2-40B4-BE49-F238E27FC236}">
                <a16:creationId xmlns:a16="http://schemas.microsoft.com/office/drawing/2014/main" id="{028E25E2-054C-4374-DB07-2002453AC161}"/>
              </a:ext>
            </a:extLst>
          </p:cNvPr>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Paquetería</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Denominados “paquetes” como a cada componente individual de software que compone un todo.</a:t>
            </a: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Por ejemplo, python se consideraria un paquete y pandas, aunque sea libreria de python, se consideraría otro paquete.</a:t>
            </a:r>
            <a:endParaRPr dirty="0">
              <a:solidFill>
                <a:srgbClr val="1A1A1A"/>
              </a:solidFill>
            </a:endParaRPr>
          </a:p>
        </p:txBody>
      </p:sp>
      <p:sp>
        <p:nvSpPr>
          <p:cNvPr id="144" name="Google Shape;144;p25">
            <a:extLst>
              <a:ext uri="{FF2B5EF4-FFF2-40B4-BE49-F238E27FC236}">
                <a16:creationId xmlns:a16="http://schemas.microsoft.com/office/drawing/2014/main" id="{D36742B1-0794-3D74-43EC-B590A24B1960}"/>
              </a:ext>
            </a:extLst>
          </p:cNvPr>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¿Siempre debemos usar Anaconda?</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Anaconda nos falicita la configuración “step by step” de un entorno de programación listo para usar. Pero eso no significa que sea la única forma de configurar nuestro espacio de trabajo.</a:t>
            </a:r>
            <a:endParaRPr dirty="0">
              <a:solidFill>
                <a:srgbClr val="1A1A1A"/>
              </a:solidFill>
            </a:endParaRPr>
          </a:p>
        </p:txBody>
      </p:sp>
    </p:spTree>
    <p:extLst>
      <p:ext uri="{BB962C8B-B14F-4D97-AF65-F5344CB8AC3E}">
        <p14:creationId xmlns:p14="http://schemas.microsoft.com/office/powerpoint/2010/main" val="422979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a:extLst>
            <a:ext uri="{FF2B5EF4-FFF2-40B4-BE49-F238E27FC236}">
              <a16:creationId xmlns:a16="http://schemas.microsoft.com/office/drawing/2014/main" id="{D4777A78-6FEF-3B53-0389-27806B45CD59}"/>
            </a:ext>
          </a:extLst>
        </p:cNvPr>
        <p:cNvGrpSpPr/>
        <p:nvPr/>
      </p:nvGrpSpPr>
      <p:grpSpPr>
        <a:xfrm>
          <a:off x="0" y="0"/>
          <a:ext cx="0" cy="0"/>
          <a:chOff x="0" y="0"/>
          <a:chExt cx="0" cy="0"/>
        </a:xfrm>
      </p:grpSpPr>
      <p:sp>
        <p:nvSpPr>
          <p:cNvPr id="234" name="Google Shape;234;p35">
            <a:extLst>
              <a:ext uri="{FF2B5EF4-FFF2-40B4-BE49-F238E27FC236}">
                <a16:creationId xmlns:a16="http://schemas.microsoft.com/office/drawing/2014/main" id="{8CB221BE-A96F-8DBD-0FA6-3520BB05B635}"/>
              </a:ext>
            </a:extLst>
          </p:cNvPr>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a Jupyter!</a:t>
            </a:r>
            <a:endParaRPr sz="4800" dirty="0">
              <a:solidFill>
                <a:srgbClr val="F2F1EE"/>
              </a:solidFill>
              <a:latin typeface="Inter ExtraBold"/>
              <a:ea typeface="Inter ExtraBold"/>
              <a:cs typeface="Inter ExtraBold"/>
              <a:sym typeface="Inter ExtraBold"/>
            </a:endParaRPr>
          </a:p>
        </p:txBody>
      </p:sp>
      <p:pic>
        <p:nvPicPr>
          <p:cNvPr id="235" name="Google Shape;235;p35">
            <a:extLst>
              <a:ext uri="{FF2B5EF4-FFF2-40B4-BE49-F238E27FC236}">
                <a16:creationId xmlns:a16="http://schemas.microsoft.com/office/drawing/2014/main" id="{B76F4D4A-1845-15B9-CE7F-D1DD2798F844}"/>
              </a:ext>
            </a:extLst>
          </p:cNvPr>
          <p:cNvPicPr preferRelativeResize="0"/>
          <p:nvPr/>
        </p:nvPicPr>
        <p:blipFill>
          <a:blip r:embed="rId3">
            <a:alphaModFix/>
          </a:blip>
          <a:stretch>
            <a:fillRect/>
          </a:stretch>
        </p:blipFill>
        <p:spPr>
          <a:xfrm>
            <a:off x="228600" y="228600"/>
            <a:ext cx="868680" cy="191756"/>
          </a:xfrm>
          <a:prstGeom prst="rect">
            <a:avLst/>
          </a:prstGeom>
          <a:noFill/>
          <a:ln>
            <a:noFill/>
          </a:ln>
        </p:spPr>
      </p:pic>
    </p:spTree>
    <p:extLst>
      <p:ext uri="{BB962C8B-B14F-4D97-AF65-F5344CB8AC3E}">
        <p14:creationId xmlns:p14="http://schemas.microsoft.com/office/powerpoint/2010/main" val="29543555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39">
          <a:extLst>
            <a:ext uri="{FF2B5EF4-FFF2-40B4-BE49-F238E27FC236}">
              <a16:creationId xmlns:a16="http://schemas.microsoft.com/office/drawing/2014/main" id="{124B278D-A664-9879-A605-35804BF4AF73}"/>
            </a:ext>
          </a:extLst>
        </p:cNvPr>
        <p:cNvGrpSpPr/>
        <p:nvPr/>
      </p:nvGrpSpPr>
      <p:grpSpPr>
        <a:xfrm>
          <a:off x="0" y="0"/>
          <a:ext cx="0" cy="0"/>
          <a:chOff x="0" y="0"/>
          <a:chExt cx="0" cy="0"/>
        </a:xfrm>
      </p:grpSpPr>
      <p:pic>
        <p:nvPicPr>
          <p:cNvPr id="140" name="Google Shape;140;p25">
            <a:extLst>
              <a:ext uri="{FF2B5EF4-FFF2-40B4-BE49-F238E27FC236}">
                <a16:creationId xmlns:a16="http://schemas.microsoft.com/office/drawing/2014/main" id="{496C1AFE-8AB4-E870-1A3E-0131C3DA029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a:extLst>
              <a:ext uri="{FF2B5EF4-FFF2-40B4-BE49-F238E27FC236}">
                <a16:creationId xmlns:a16="http://schemas.microsoft.com/office/drawing/2014/main" id="{BADA90C9-E2E1-D8C3-EF9E-8F414B95B416}"/>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¿Qué es un IDE?</a:t>
            </a:r>
            <a:endParaRPr sz="4000" dirty="0">
              <a:solidFill>
                <a:srgbClr val="1A1A1A"/>
              </a:solidFill>
              <a:latin typeface="Inter ExtraBold"/>
              <a:ea typeface="Inter ExtraBold"/>
              <a:cs typeface="Inter ExtraBold"/>
              <a:sym typeface="Inter ExtraBold"/>
            </a:endParaRPr>
          </a:p>
        </p:txBody>
      </p:sp>
      <p:sp>
        <p:nvSpPr>
          <p:cNvPr id="142" name="Google Shape;142;p25">
            <a:extLst>
              <a:ext uri="{FF2B5EF4-FFF2-40B4-BE49-F238E27FC236}">
                <a16:creationId xmlns:a16="http://schemas.microsoft.com/office/drawing/2014/main" id="{557E4D76-E6AC-95FA-CA71-218E6599F389}"/>
              </a:ext>
            </a:extLst>
          </p:cNvPr>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Entorno</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Un entorno de desarrollo integrado (IDE) nos provee de herramientas de edición de código fuente, herramientas de construir automática y depuración de código. </a:t>
            </a:r>
            <a:endParaRPr dirty="0">
              <a:solidFill>
                <a:srgbClr val="1A1A1A"/>
              </a:solidFill>
            </a:endParaRPr>
          </a:p>
        </p:txBody>
      </p:sp>
      <p:sp>
        <p:nvSpPr>
          <p:cNvPr id="143" name="Google Shape;143;p25">
            <a:extLst>
              <a:ext uri="{FF2B5EF4-FFF2-40B4-BE49-F238E27FC236}">
                <a16:creationId xmlns:a16="http://schemas.microsoft.com/office/drawing/2014/main" id="{8B3C30FB-2746-B55C-438B-A6C8710C5845}"/>
              </a:ext>
            </a:extLst>
          </p:cNvPr>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err="1">
                <a:solidFill>
                  <a:srgbClr val="1A1A1A"/>
                </a:solidFill>
                <a:latin typeface="Inter"/>
                <a:ea typeface="Inter"/>
                <a:cs typeface="Inter"/>
                <a:sym typeface="Inter"/>
              </a:rPr>
              <a:t>Jupyter</a:t>
            </a:r>
            <a:r>
              <a:rPr lang="es-CO" sz="1600" b="1" dirty="0">
                <a:solidFill>
                  <a:srgbClr val="1A1A1A"/>
                </a:solidFill>
                <a:latin typeface="Inter"/>
                <a:ea typeface="Inter"/>
                <a:cs typeface="Inter"/>
                <a:sym typeface="Inter"/>
              </a:rPr>
              <a:t> NO es un IDE</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Jupyter nos permite integrar un flujo de trabajo que consiste en iterar sentencias de coidog (util para labores de manipulación de datos) pero no permite la construcción de software propiamente hablando.</a:t>
            </a:r>
            <a:endParaRPr dirty="0">
              <a:solidFill>
                <a:srgbClr val="1A1A1A"/>
              </a:solidFill>
            </a:endParaRPr>
          </a:p>
        </p:txBody>
      </p:sp>
      <p:sp>
        <p:nvSpPr>
          <p:cNvPr id="144" name="Google Shape;144;p25">
            <a:extLst>
              <a:ext uri="{FF2B5EF4-FFF2-40B4-BE49-F238E27FC236}">
                <a16:creationId xmlns:a16="http://schemas.microsoft.com/office/drawing/2014/main" id="{853BCDDC-4331-106E-9466-F5A6A63D66CC}"/>
              </a:ext>
            </a:extLst>
          </p:cNvPr>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Diferentes </a:t>
            </a:r>
            <a:r>
              <a:rPr lang="es-CO" sz="1600" b="1" dirty="0" err="1">
                <a:solidFill>
                  <a:srgbClr val="1A1A1A"/>
                </a:solidFill>
                <a:latin typeface="Inter"/>
                <a:ea typeface="Inter"/>
                <a:cs typeface="Inter"/>
                <a:sym typeface="Inter"/>
              </a:rPr>
              <a:t>IDEs</a:t>
            </a:r>
            <a:r>
              <a:rPr lang="es-CO" sz="1600" b="1" dirty="0">
                <a:solidFill>
                  <a:srgbClr val="1A1A1A"/>
                </a:solidFill>
                <a:latin typeface="Inter"/>
                <a:ea typeface="Inter"/>
                <a:cs typeface="Inter"/>
                <a:sym typeface="Inter"/>
              </a:rPr>
              <a:t> para diferentes gustos</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No es imperativo ser experto en un único IDE. La industria está en constante cambio y existen herramientas multiples pero que se basan en los mismos conceptos.</a:t>
            </a:r>
            <a:endParaRPr dirty="0">
              <a:solidFill>
                <a:srgbClr val="1A1A1A"/>
              </a:solidFill>
            </a:endParaRPr>
          </a:p>
        </p:txBody>
      </p:sp>
    </p:spTree>
    <p:extLst>
      <p:ext uri="{BB962C8B-B14F-4D97-AF65-F5344CB8AC3E}">
        <p14:creationId xmlns:p14="http://schemas.microsoft.com/office/powerpoint/2010/main" val="2990878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p:cNvGrpSpPr/>
        <p:nvPr/>
      </p:nvGrpSpPr>
      <p:grpSpPr>
        <a:xfrm>
          <a:off x="0" y="0"/>
          <a:ext cx="0" cy="0"/>
          <a:chOff x="0" y="0"/>
          <a:chExt cx="0" cy="0"/>
        </a:xfrm>
      </p:grpSpPr>
      <p:sp>
        <p:nvSpPr>
          <p:cNvPr id="234" name="Google Shape;234;p35"/>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a Jupyter!</a:t>
            </a:r>
            <a:endParaRPr sz="4800" dirty="0">
              <a:solidFill>
                <a:srgbClr val="F2F1EE"/>
              </a:solidFill>
              <a:latin typeface="Inter ExtraBold"/>
              <a:ea typeface="Inter ExtraBold"/>
              <a:cs typeface="Inter ExtraBold"/>
              <a:sym typeface="Inter ExtraBold"/>
            </a:endParaRPr>
          </a:p>
        </p:txBody>
      </p:sp>
      <p:pic>
        <p:nvPicPr>
          <p:cNvPr id="235" name="Google Shape;235;p35"/>
          <p:cNvPicPr preferRelativeResize="0"/>
          <p:nvPr/>
        </p:nvPicPr>
        <p:blipFill>
          <a:blip r:embed="rId3">
            <a:alphaModFix/>
          </a:blip>
          <a:stretch>
            <a:fillRect/>
          </a:stretch>
        </p:blipFill>
        <p:spPr>
          <a:xfrm>
            <a:off x="228600" y="228600"/>
            <a:ext cx="868680" cy="19175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B69DF1"/>
        </a:solidFill>
        <a:effectLst/>
      </p:bgPr>
    </p:bg>
    <p:spTree>
      <p:nvGrpSpPr>
        <p:cNvPr id="1" name="Shape 203"/>
        <p:cNvGrpSpPr/>
        <p:nvPr/>
      </p:nvGrpSpPr>
      <p:grpSpPr>
        <a:xfrm>
          <a:off x="0" y="0"/>
          <a:ext cx="0" cy="0"/>
          <a:chOff x="0" y="0"/>
          <a:chExt cx="0" cy="0"/>
        </a:xfrm>
      </p:grpSpPr>
      <p:pic>
        <p:nvPicPr>
          <p:cNvPr id="204" name="Google Shape;204;p3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05" name="Google Shape;205;p32"/>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Creando un proyecto básico</a:t>
            </a:r>
            <a:endParaRPr sz="4000" dirty="0">
              <a:solidFill>
                <a:srgbClr val="1A1A1A"/>
              </a:solidFill>
              <a:latin typeface="Inter ExtraBold"/>
              <a:ea typeface="Inter ExtraBold"/>
              <a:cs typeface="Inter ExtraBold"/>
              <a:sym typeface="Inter ExtraBold"/>
            </a:endParaRPr>
          </a:p>
        </p:txBody>
      </p:sp>
      <p:sp>
        <p:nvSpPr>
          <p:cNvPr id="206" name="Google Shape;206;p32"/>
          <p:cNvSpPr/>
          <p:nvPr/>
        </p:nvSpPr>
        <p:spPr>
          <a:xfrm>
            <a:off x="228600" y="1375825"/>
            <a:ext cx="2722200" cy="3539100"/>
          </a:xfrm>
          <a:prstGeom prst="snip2DiagRect">
            <a:avLst>
              <a:gd name="adj1" fmla="val 0"/>
              <a:gd name="adj2" fmla="val 9217"/>
            </a:avLst>
          </a:prstGeom>
          <a:solidFill>
            <a:schemeClr val="lt1"/>
          </a:solidFill>
          <a:ln>
            <a:noFill/>
          </a:ln>
        </p:spPr>
        <p:txBody>
          <a:bodyPr spcFirstLastPara="1" wrap="square" lIns="91425" tIns="91425" rIns="91425" bIns="274300" anchor="t" anchorCtr="0">
            <a:noAutofit/>
          </a:bodyPr>
          <a:lstStyle/>
          <a:p>
            <a:pPr marL="0" lvl="0" indent="0" algn="l" rtl="0">
              <a:spcBef>
                <a:spcPts val="0"/>
              </a:spcBef>
              <a:spcAft>
                <a:spcPts val="0"/>
              </a:spcAft>
              <a:buNone/>
            </a:pPr>
            <a:r>
              <a:rPr lang="en" sz="2000" dirty="0">
                <a:solidFill>
                  <a:srgbClr val="1A1A1A"/>
                </a:solidFill>
                <a:latin typeface="Inter Medium"/>
                <a:ea typeface="Inter Medium"/>
                <a:cs typeface="Inter Medium"/>
                <a:sym typeface="Inter Medium"/>
              </a:rPr>
              <a:t>Usaremos un dataset de ejemplo desde Kagle: </a:t>
            </a:r>
            <a:r>
              <a:rPr lang="es-CO" sz="2000" dirty="0">
                <a:solidFill>
                  <a:srgbClr val="1A1A1A"/>
                </a:solidFill>
                <a:latin typeface="Inter Medium"/>
                <a:ea typeface="Inter Medium"/>
                <a:cs typeface="Inter Medium"/>
                <a:sym typeface="Inter Medium"/>
                <a:hlinkClick r:id="rId4"/>
              </a:rPr>
              <a:t>https://www.kaggle.com/code/vikramb/mobile-price-prediction</a:t>
            </a:r>
            <a:r>
              <a:rPr lang="en" sz="2000" dirty="0">
                <a:solidFill>
                  <a:srgbClr val="1A1A1A"/>
                </a:solidFill>
                <a:latin typeface="Inter Medium"/>
                <a:ea typeface="Inter Medium"/>
                <a:cs typeface="Inter Medium"/>
                <a:sym typeface="Inter Medium"/>
              </a:rPr>
              <a:t> </a:t>
            </a:r>
            <a:endParaRPr sz="2000" dirty="0">
              <a:solidFill>
                <a:srgbClr val="1A1A1A"/>
              </a:solidFill>
              <a:latin typeface="Inter Medium"/>
              <a:ea typeface="Inter Medium"/>
              <a:cs typeface="Inter Medium"/>
              <a:sym typeface="Inter Medium"/>
            </a:endParaRPr>
          </a:p>
        </p:txBody>
      </p:sp>
      <p:sp>
        <p:nvSpPr>
          <p:cNvPr id="207" name="Google Shape;207;p32"/>
          <p:cNvSpPr/>
          <p:nvPr/>
        </p:nvSpPr>
        <p:spPr>
          <a:xfrm>
            <a:off x="3209550" y="1375825"/>
            <a:ext cx="2724900" cy="3539100"/>
          </a:xfrm>
          <a:prstGeom prst="roundRect">
            <a:avLst>
              <a:gd name="adj" fmla="val 9118"/>
            </a:avLst>
          </a:prstGeom>
          <a:solidFill>
            <a:schemeClr val="lt1"/>
          </a:solidFill>
          <a:ln>
            <a:noFill/>
          </a:ln>
        </p:spPr>
        <p:txBody>
          <a:bodyPr spcFirstLastPara="1" wrap="square" lIns="182875" tIns="91425" rIns="182875" bIns="274300" anchor="t" anchorCtr="0">
            <a:noAutofit/>
          </a:bodyPr>
          <a:lstStyle/>
          <a:p>
            <a:pPr marL="0" marR="0" lvl="0" indent="0" algn="l" rtl="0">
              <a:spcBef>
                <a:spcPts val="0"/>
              </a:spcBef>
              <a:spcAft>
                <a:spcPts val="0"/>
              </a:spcAft>
              <a:buClr>
                <a:schemeClr val="dk1"/>
              </a:buClr>
              <a:buSzPts val="1100"/>
              <a:buFont typeface="Arial"/>
              <a:buNone/>
            </a:pPr>
            <a:r>
              <a:rPr lang="es-CO" sz="2000" dirty="0">
                <a:solidFill>
                  <a:srgbClr val="1A1A1A"/>
                </a:solidFill>
                <a:latin typeface="Inter Medium"/>
                <a:ea typeface="Inter Medium"/>
                <a:cs typeface="Inter Medium"/>
                <a:sym typeface="Inter Medium"/>
              </a:rPr>
              <a:t>Creemos un nuevo repositorio, </a:t>
            </a:r>
            <a:r>
              <a:rPr lang="es-CO" sz="2000" dirty="0" err="1">
                <a:solidFill>
                  <a:srgbClr val="1A1A1A"/>
                </a:solidFill>
                <a:latin typeface="Inter Medium"/>
                <a:ea typeface="Inter Medium"/>
                <a:cs typeface="Inter Medium"/>
                <a:sym typeface="Inter Medium"/>
              </a:rPr>
              <a:t>clonemoslo</a:t>
            </a:r>
            <a:r>
              <a:rPr lang="es-CO" sz="2000" dirty="0">
                <a:solidFill>
                  <a:srgbClr val="1A1A1A"/>
                </a:solidFill>
                <a:latin typeface="Inter Medium"/>
                <a:ea typeface="Inter Medium"/>
                <a:cs typeface="Inter Medium"/>
                <a:sym typeface="Inter Medium"/>
              </a:rPr>
              <a:t> a nuestro local, creemos un notebook,</a:t>
            </a:r>
            <a:endParaRPr sz="2000" dirty="0">
              <a:solidFill>
                <a:srgbClr val="1A1A1A"/>
              </a:solidFill>
              <a:latin typeface="Inter Medium"/>
              <a:ea typeface="Inter Medium"/>
              <a:cs typeface="Inter Medium"/>
              <a:sym typeface="Inter Medium"/>
            </a:endParaRPr>
          </a:p>
          <a:p>
            <a:pPr marL="0" marR="0" lvl="0" indent="0" algn="l" rtl="0">
              <a:spcBef>
                <a:spcPts val="0"/>
              </a:spcBef>
              <a:spcAft>
                <a:spcPts val="0"/>
              </a:spcAft>
              <a:buNone/>
            </a:pPr>
            <a:endParaRPr sz="2000" dirty="0"/>
          </a:p>
        </p:txBody>
      </p:sp>
      <p:sp>
        <p:nvSpPr>
          <p:cNvPr id="208" name="Google Shape;208;p32"/>
          <p:cNvSpPr/>
          <p:nvPr/>
        </p:nvSpPr>
        <p:spPr>
          <a:xfrm>
            <a:off x="6193200" y="1375825"/>
            <a:ext cx="2724900" cy="3517800"/>
          </a:xfrm>
          <a:prstGeom prst="snip1Rect">
            <a:avLst>
              <a:gd name="adj" fmla="val 9643"/>
            </a:avLst>
          </a:prstGeom>
          <a:solidFill>
            <a:schemeClr val="lt1"/>
          </a:solidFill>
          <a:ln>
            <a:noFill/>
          </a:ln>
        </p:spPr>
        <p:txBody>
          <a:bodyPr spcFirstLastPara="1" wrap="square" lIns="274300" tIns="91425" rIns="274300" bIns="274300" anchor="t" anchorCtr="0">
            <a:noAutofit/>
          </a:bodyPr>
          <a:lstStyle/>
          <a:p>
            <a:pPr marL="0" lvl="0" indent="0" algn="l" rtl="0">
              <a:spcBef>
                <a:spcPts val="0"/>
              </a:spcBef>
              <a:spcAft>
                <a:spcPts val="0"/>
              </a:spcAft>
              <a:buClr>
                <a:schemeClr val="dk1"/>
              </a:buClr>
              <a:buSzPts val="1100"/>
              <a:buFont typeface="Arial"/>
              <a:buNone/>
            </a:pPr>
            <a:r>
              <a:rPr lang="es-CO" sz="2000" dirty="0">
                <a:solidFill>
                  <a:srgbClr val="1A1A1A"/>
                </a:solidFill>
                <a:latin typeface="Inter Medium"/>
                <a:ea typeface="Inter Medium"/>
                <a:cs typeface="Inter Medium"/>
                <a:sym typeface="Inter Medium"/>
              </a:rPr>
              <a:t>Hagamos nuestro primer </a:t>
            </a:r>
            <a:r>
              <a:rPr lang="es-CO" sz="2000" dirty="0" err="1">
                <a:solidFill>
                  <a:srgbClr val="1A1A1A"/>
                </a:solidFill>
                <a:latin typeface="Inter Medium"/>
                <a:ea typeface="Inter Medium"/>
                <a:cs typeface="Inter Medium"/>
                <a:sym typeface="Inter Medium"/>
              </a:rPr>
              <a:t>commit</a:t>
            </a:r>
            <a:r>
              <a:rPr lang="es-CO" sz="2000" dirty="0">
                <a:solidFill>
                  <a:srgbClr val="1A1A1A"/>
                </a:solidFill>
                <a:latin typeface="Inter Medium"/>
                <a:ea typeface="Inter Medium"/>
                <a:cs typeface="Inter Medium"/>
                <a:sym typeface="Inter Medium"/>
              </a:rPr>
              <a:t> y </a:t>
            </a:r>
            <a:r>
              <a:rPr lang="es-CO" sz="2000" dirty="0" err="1">
                <a:solidFill>
                  <a:srgbClr val="1A1A1A"/>
                </a:solidFill>
                <a:latin typeface="Inter Medium"/>
                <a:ea typeface="Inter Medium"/>
                <a:cs typeface="Inter Medium"/>
                <a:sym typeface="Inter Medium"/>
              </a:rPr>
              <a:t>psuh</a:t>
            </a:r>
            <a:r>
              <a:rPr lang="es-CO" sz="2000" dirty="0">
                <a:solidFill>
                  <a:srgbClr val="1A1A1A"/>
                </a:solidFill>
                <a:latin typeface="Inter Medium"/>
                <a:ea typeface="Inter Medium"/>
                <a:cs typeface="Inter Medium"/>
                <a:sym typeface="Inter Medium"/>
              </a:rPr>
              <a:t> al repositorio.</a:t>
            </a:r>
            <a:endParaRPr sz="2000" dirty="0">
              <a:solidFill>
                <a:srgbClr val="1A1A1A"/>
              </a:solidFill>
              <a:latin typeface="Inter Medium"/>
              <a:ea typeface="Inter Medium"/>
              <a:cs typeface="Inter Medium"/>
              <a:sym typeface="Inter Medium"/>
            </a:endParaRPr>
          </a:p>
          <a:p>
            <a:pPr marL="0" lvl="0" indent="0" algn="l" rtl="0">
              <a:spcBef>
                <a:spcPts val="0"/>
              </a:spcBef>
              <a:spcAft>
                <a:spcPts val="0"/>
              </a:spcAft>
              <a:buNone/>
            </a:pPr>
            <a:endParaRPr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a:extLst>
            <a:ext uri="{FF2B5EF4-FFF2-40B4-BE49-F238E27FC236}">
              <a16:creationId xmlns:a16="http://schemas.microsoft.com/office/drawing/2014/main" id="{F451B5F1-7259-3DD9-613E-A41EC8285490}"/>
            </a:ext>
          </a:extLst>
        </p:cNvPr>
        <p:cNvGrpSpPr/>
        <p:nvPr/>
      </p:nvGrpSpPr>
      <p:grpSpPr>
        <a:xfrm>
          <a:off x="0" y="0"/>
          <a:ext cx="0" cy="0"/>
          <a:chOff x="0" y="0"/>
          <a:chExt cx="0" cy="0"/>
        </a:xfrm>
      </p:grpSpPr>
      <p:sp>
        <p:nvSpPr>
          <p:cNvPr id="213" name="Google Shape;213;p33">
            <a:extLst>
              <a:ext uri="{FF2B5EF4-FFF2-40B4-BE49-F238E27FC236}">
                <a16:creationId xmlns:a16="http://schemas.microsoft.com/office/drawing/2014/main" id="{59E11D9A-5BA4-9AFF-E8F9-11DF035AC330}"/>
              </a:ext>
            </a:extLst>
          </p:cNvPr>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err="1">
                <a:solidFill>
                  <a:srgbClr val="1A1A1A"/>
                </a:solidFill>
                <a:latin typeface="Inter Medium"/>
                <a:ea typeface="Inter Medium"/>
                <a:cs typeface="Inter Medium"/>
                <a:sym typeface="Inter Medium"/>
              </a:rPr>
              <a:t>Aprendiso</a:t>
            </a:r>
            <a:r>
              <a:rPr lang="es-CO" sz="1800" dirty="0">
                <a:solidFill>
                  <a:srgbClr val="1A1A1A"/>
                </a:solidFill>
                <a:latin typeface="Inter Medium"/>
                <a:ea typeface="Inter Medium"/>
                <a:cs typeface="Inter Medium"/>
                <a:sym typeface="Inter Medium"/>
              </a:rPr>
              <a:t> el uso y configuración de VS </a:t>
            </a:r>
            <a:r>
              <a:rPr lang="es-CO" sz="1800" dirty="0" err="1">
                <a:solidFill>
                  <a:srgbClr val="1A1A1A"/>
                </a:solidFill>
                <a:latin typeface="Inter Medium"/>
                <a:ea typeface="Inter Medium"/>
                <a:cs typeface="Inter Medium"/>
                <a:sym typeface="Inter Medium"/>
              </a:rPr>
              <a:t>Code</a:t>
            </a:r>
            <a:endParaRPr lang="es-CO" sz="1800" dirty="0"/>
          </a:p>
        </p:txBody>
      </p:sp>
      <p:sp>
        <p:nvSpPr>
          <p:cNvPr id="214" name="Google Shape;214;p33">
            <a:extLst>
              <a:ext uri="{FF2B5EF4-FFF2-40B4-BE49-F238E27FC236}">
                <a16:creationId xmlns:a16="http://schemas.microsoft.com/office/drawing/2014/main" id="{311EAF08-B610-BD41-D05A-0B9B169BEEA9}"/>
              </a:ext>
            </a:extLst>
          </p:cNvPr>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Exploramos Jupyter</a:t>
            </a:r>
            <a:endParaRPr sz="1800" dirty="0"/>
          </a:p>
        </p:txBody>
      </p:sp>
      <p:sp>
        <p:nvSpPr>
          <p:cNvPr id="215" name="Google Shape;215;p33">
            <a:extLst>
              <a:ext uri="{FF2B5EF4-FFF2-40B4-BE49-F238E27FC236}">
                <a16:creationId xmlns:a16="http://schemas.microsoft.com/office/drawing/2014/main" id="{C57544CE-04B1-79BC-E904-D7C65F2E3117}"/>
              </a:ext>
            </a:extLst>
          </p:cNvPr>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cs typeface="Inter Medium"/>
                <a:sym typeface="Inter Medium"/>
              </a:rPr>
              <a:t>Aprendimos a utilizar GIT</a:t>
            </a:r>
            <a:endParaRPr lang="es-ES" sz="1800" dirty="0"/>
          </a:p>
        </p:txBody>
      </p:sp>
      <p:pic>
        <p:nvPicPr>
          <p:cNvPr id="216" name="Google Shape;216;p33">
            <a:extLst>
              <a:ext uri="{FF2B5EF4-FFF2-40B4-BE49-F238E27FC236}">
                <a16:creationId xmlns:a16="http://schemas.microsoft.com/office/drawing/2014/main" id="{0BEB178A-9EAA-0F72-1BE0-FA462E06161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a:extLst>
              <a:ext uri="{FF2B5EF4-FFF2-40B4-BE49-F238E27FC236}">
                <a16:creationId xmlns:a16="http://schemas.microsoft.com/office/drawing/2014/main" id="{9C51CE45-F2DF-58A9-B1DC-8AA90BAE08A9}"/>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Hora de cerrar ):</a:t>
            </a:r>
            <a:endParaRPr sz="4000" dirty="0">
              <a:solidFill>
                <a:srgbClr val="1A1A1A"/>
              </a:solidFill>
              <a:latin typeface="Inter ExtraBold"/>
              <a:ea typeface="Inter ExtraBold"/>
              <a:cs typeface="Inter ExtraBold"/>
              <a:sym typeface="Inter ExtraBold"/>
            </a:endParaRPr>
          </a:p>
        </p:txBody>
      </p:sp>
      <p:pic>
        <p:nvPicPr>
          <p:cNvPr id="218" name="Google Shape;218;p33">
            <a:extLst>
              <a:ext uri="{FF2B5EF4-FFF2-40B4-BE49-F238E27FC236}">
                <a16:creationId xmlns:a16="http://schemas.microsoft.com/office/drawing/2014/main" id="{E0EA6560-27E9-2DC2-8A9F-CD9503190D1F}"/>
              </a:ext>
            </a:extLst>
          </p:cNvPr>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a:extLst>
              <a:ext uri="{FF2B5EF4-FFF2-40B4-BE49-F238E27FC236}">
                <a16:creationId xmlns:a16="http://schemas.microsoft.com/office/drawing/2014/main" id="{5DFE7F9F-F86E-5F07-C15F-A91DFBF63BDC}"/>
              </a:ext>
            </a:extLst>
          </p:cNvPr>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a:extLst>
              <a:ext uri="{FF2B5EF4-FFF2-40B4-BE49-F238E27FC236}">
                <a16:creationId xmlns:a16="http://schemas.microsoft.com/office/drawing/2014/main" id="{14549617-5F98-CDA0-FBCE-57C318393FA8}"/>
              </a:ext>
            </a:extLst>
          </p:cNvPr>
          <p:cNvPicPr preferRelativeResize="0"/>
          <p:nvPr/>
        </p:nvPicPr>
        <p:blipFill>
          <a:blip r:embed="rId6">
            <a:alphaModFix/>
          </a:blip>
          <a:stretch>
            <a:fillRect/>
          </a:stretch>
        </p:blipFill>
        <p:spPr>
          <a:xfrm>
            <a:off x="6407419" y="2191460"/>
            <a:ext cx="474431" cy="760565"/>
          </a:xfrm>
          <a:prstGeom prst="rect">
            <a:avLst/>
          </a:prstGeom>
          <a:noFill/>
          <a:ln>
            <a:noFill/>
          </a:ln>
        </p:spPr>
      </p:pic>
    </p:spTree>
    <p:extLst>
      <p:ext uri="{BB962C8B-B14F-4D97-AF65-F5344CB8AC3E}">
        <p14:creationId xmlns:p14="http://schemas.microsoft.com/office/powerpoint/2010/main" val="3020416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a:extLst>
            <a:ext uri="{FF2B5EF4-FFF2-40B4-BE49-F238E27FC236}">
              <a16:creationId xmlns:a16="http://schemas.microsoft.com/office/drawing/2014/main" id="{710DD49A-DA5B-4789-11A7-FB1CED434E7D}"/>
            </a:ext>
          </a:extLst>
        </p:cNvPr>
        <p:cNvGrpSpPr/>
        <p:nvPr/>
      </p:nvGrpSpPr>
      <p:grpSpPr>
        <a:xfrm>
          <a:off x="0" y="0"/>
          <a:ext cx="0" cy="0"/>
          <a:chOff x="0" y="0"/>
          <a:chExt cx="0" cy="0"/>
        </a:xfrm>
      </p:grpSpPr>
      <p:pic>
        <p:nvPicPr>
          <p:cNvPr id="240" name="Google Shape;240;p36">
            <a:extLst>
              <a:ext uri="{FF2B5EF4-FFF2-40B4-BE49-F238E27FC236}">
                <a16:creationId xmlns:a16="http://schemas.microsoft.com/office/drawing/2014/main" id="{8B3E9417-FA46-7635-A065-5BB9711EE86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a:extLst>
              <a:ext uri="{FF2B5EF4-FFF2-40B4-BE49-F238E27FC236}">
                <a16:creationId xmlns:a16="http://schemas.microsoft.com/office/drawing/2014/main" id="{39593599-5C27-2E74-1FE8-16CC9561FFF1}"/>
              </a:ext>
            </a:extLst>
          </p:cNvPr>
          <p:cNvSpPr txBox="1">
            <a:spLocks noGrp="1"/>
          </p:cNvSpPr>
          <p:nvPr>
            <p:ph type="ctrTitle"/>
          </p:nvPr>
        </p:nvSpPr>
        <p:spPr>
          <a:xfrm>
            <a:off x="322800" y="817438"/>
            <a:ext cx="6138384" cy="2677626"/>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¿Cómo te sientes luego de la sesión?</a:t>
            </a:r>
          </a:p>
        </p:txBody>
      </p:sp>
    </p:spTree>
    <p:extLst>
      <p:ext uri="{BB962C8B-B14F-4D97-AF65-F5344CB8AC3E}">
        <p14:creationId xmlns:p14="http://schemas.microsoft.com/office/powerpoint/2010/main" val="32982661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268"/>
        <p:cNvGrpSpPr/>
        <p:nvPr/>
      </p:nvGrpSpPr>
      <p:grpSpPr>
        <a:xfrm>
          <a:off x="0" y="0"/>
          <a:ext cx="0" cy="0"/>
          <a:chOff x="0" y="0"/>
          <a:chExt cx="0" cy="0"/>
        </a:xfrm>
      </p:grpSpPr>
      <p:sp>
        <p:nvSpPr>
          <p:cNvPr id="269" name="Google Shape;269;p39"/>
          <p:cNvSpPr txBox="1">
            <a:spLocks noGrp="1"/>
          </p:cNvSpPr>
          <p:nvPr>
            <p:ph type="ctrTitle"/>
          </p:nvPr>
        </p:nvSpPr>
        <p:spPr>
          <a:xfrm>
            <a:off x="311688" y="19139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Thanks      for coming!</a:t>
            </a:r>
            <a:endParaRPr sz="4800">
              <a:solidFill>
                <a:srgbClr val="1A1A1A"/>
              </a:solidFill>
              <a:latin typeface="Inter ExtraBold"/>
              <a:ea typeface="Inter ExtraBold"/>
              <a:cs typeface="Inter ExtraBold"/>
              <a:sym typeface="Inter ExtraBold"/>
            </a:endParaRPr>
          </a:p>
        </p:txBody>
      </p:sp>
      <p:pic>
        <p:nvPicPr>
          <p:cNvPr id="270" name="Google Shape;270;p39"/>
          <p:cNvPicPr preferRelativeResize="0"/>
          <p:nvPr/>
        </p:nvPicPr>
        <p:blipFill>
          <a:blip r:embed="rId3">
            <a:alphaModFix/>
          </a:blip>
          <a:stretch>
            <a:fillRect/>
          </a:stretch>
        </p:blipFill>
        <p:spPr>
          <a:xfrm>
            <a:off x="3642096" y="2053054"/>
            <a:ext cx="645459" cy="645201"/>
          </a:xfrm>
          <a:prstGeom prst="rect">
            <a:avLst/>
          </a:prstGeom>
          <a:noFill/>
          <a:ln>
            <a:noFill/>
          </a:ln>
        </p:spPr>
      </p:pic>
      <p:pic>
        <p:nvPicPr>
          <p:cNvPr id="271" name="Google Shape;271;p39"/>
          <p:cNvPicPr preferRelativeResize="0"/>
          <p:nvPr/>
        </p:nvPicPr>
        <p:blipFill>
          <a:blip r:embed="rId4">
            <a:alphaModFix/>
          </a:blip>
          <a:stretch>
            <a:fillRect/>
          </a:stretch>
        </p:blipFill>
        <p:spPr>
          <a:xfrm>
            <a:off x="4138613" y="228600"/>
            <a:ext cx="866775" cy="1942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8" name="Google Shape;108;p2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09" name="Google Shape;109;p21"/>
          <p:cNvPicPr preferRelativeResize="0"/>
          <p:nvPr/>
        </p:nvPicPr>
        <p:blipFill rotWithShape="1">
          <a:blip r:embed="rId4">
            <a:alphaModFix/>
          </a:blip>
          <a:srcRect l="21362" t="27708" r="20175" b="1514"/>
          <a:stretch/>
        </p:blipFill>
        <p:spPr>
          <a:xfrm>
            <a:off x="228600" y="1490700"/>
            <a:ext cx="4240800" cy="3424200"/>
          </a:xfrm>
          <a:prstGeom prst="roundRect">
            <a:avLst>
              <a:gd name="adj" fmla="val 4989"/>
            </a:avLst>
          </a:prstGeom>
          <a:solidFill>
            <a:schemeClr val="lt1"/>
          </a:solidFill>
          <a:ln>
            <a:noFill/>
          </a:ln>
        </p:spPr>
      </p:pic>
      <p:sp>
        <p:nvSpPr>
          <p:cNvPr id="110" name="Google Shape;110;p21"/>
          <p:cNvSpPr/>
          <p:nvPr/>
        </p:nvSpPr>
        <p:spPr>
          <a:xfrm>
            <a:off x="4674600" y="1490700"/>
            <a:ext cx="4240800" cy="3424200"/>
          </a:xfrm>
          <a:prstGeom prst="roundRect">
            <a:avLst>
              <a:gd name="adj" fmla="val 5630"/>
            </a:avLst>
          </a:prstGeom>
          <a:solidFill>
            <a:schemeClr val="lt1"/>
          </a:solidFill>
          <a:ln>
            <a:noFill/>
          </a:ln>
        </p:spPr>
        <p:txBody>
          <a:bodyPr spcFirstLastPara="1" wrap="square" lIns="182875" tIns="182875" rIns="182875" bIns="274300" anchor="t" anchorCtr="0">
            <a:noAutofit/>
          </a:bodyPr>
          <a:lstStyle/>
          <a:p>
            <a:pPr marL="0" lvl="0" indent="0" algn="l" rtl="0">
              <a:lnSpc>
                <a:spcPct val="115000"/>
              </a:lnSpc>
              <a:spcBef>
                <a:spcPts val="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solidFill>
                <a:srgbClr val="1A1A1A"/>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4" name="Google Shape;124;p2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25" name="Google Shape;125;p23"/>
          <p:cNvPicPr preferRelativeResize="0"/>
          <p:nvPr/>
        </p:nvPicPr>
        <p:blipFill rotWithShape="1">
          <a:blip r:embed="rId4">
            <a:alphaModFix/>
          </a:blip>
          <a:srcRect t="-5004" b="-4993"/>
          <a:stretch/>
        </p:blipFill>
        <p:spPr>
          <a:xfrm>
            <a:off x="228600" y="1490700"/>
            <a:ext cx="4240800" cy="3424200"/>
          </a:xfrm>
          <a:prstGeom prst="roundRect">
            <a:avLst>
              <a:gd name="adj" fmla="val 4989"/>
            </a:avLst>
          </a:prstGeom>
          <a:solidFill>
            <a:schemeClr val="lt1"/>
          </a:solidFill>
          <a:ln>
            <a:noFill/>
          </a:ln>
        </p:spPr>
      </p:pic>
      <p:pic>
        <p:nvPicPr>
          <p:cNvPr id="126" name="Google Shape;126;p23"/>
          <p:cNvPicPr preferRelativeResize="0"/>
          <p:nvPr/>
        </p:nvPicPr>
        <p:blipFill rotWithShape="1">
          <a:blip r:embed="rId5">
            <a:alphaModFix/>
          </a:blip>
          <a:srcRect l="-3751" r="-3751"/>
          <a:stretch/>
        </p:blipFill>
        <p:spPr>
          <a:xfrm>
            <a:off x="4674600" y="1490700"/>
            <a:ext cx="4240800" cy="3424200"/>
          </a:xfrm>
          <a:prstGeom prst="roundRect">
            <a:avLst>
              <a:gd name="adj" fmla="val 4989"/>
            </a:avLst>
          </a:prstGeom>
          <a:solidFill>
            <a:schemeClr val="lt1"/>
          </a:solidFill>
          <a:ln>
            <a:noFill/>
          </a:ln>
        </p:spPr>
      </p:pic>
      <p:sp>
        <p:nvSpPr>
          <p:cNvPr id="127" name="Google Shape;127;p23"/>
          <p:cNvSpPr txBox="1"/>
          <p:nvPr/>
        </p:nvSpPr>
        <p:spPr>
          <a:xfrm>
            <a:off x="2916600" y="594325"/>
            <a:ext cx="5998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highlight>
                  <a:srgbClr val="FF9900"/>
                </a:highlight>
              </a:rPr>
              <a:t>Change the images, resize them, and delete this text</a:t>
            </a:r>
            <a:endParaRPr sz="1800">
              <a:solidFill>
                <a:schemeClr val="dk1"/>
              </a:solidFill>
              <a:highlight>
                <a:srgbClr val="FF9900"/>
              </a:high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1"/>
        <p:cNvGrpSpPr/>
        <p:nvPr/>
      </p:nvGrpSpPr>
      <p:grpSpPr>
        <a:xfrm>
          <a:off x="0" y="0"/>
          <a:ext cx="0" cy="0"/>
          <a:chOff x="0" y="0"/>
          <a:chExt cx="0" cy="0"/>
        </a:xfrm>
      </p:grpSpPr>
      <p:pic>
        <p:nvPicPr>
          <p:cNvPr id="132" name="Google Shape;132;p2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3" name="Google Shape;133;p24"/>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34" name="Google Shape;134;p24"/>
          <p:cNvSpPr/>
          <p:nvPr/>
        </p:nvSpPr>
        <p:spPr>
          <a:xfrm>
            <a:off x="228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
        <p:nvSpPr>
          <p:cNvPr id="135" name="Google Shape;135;p24"/>
          <p:cNvSpPr/>
          <p:nvPr/>
        </p:nvSpPr>
        <p:spPr>
          <a:xfrm>
            <a:off x="4674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9"/>
        <p:cNvGrpSpPr/>
        <p:nvPr/>
      </p:nvGrpSpPr>
      <p:grpSpPr>
        <a:xfrm>
          <a:off x="0" y="0"/>
          <a:ext cx="0" cy="0"/>
          <a:chOff x="0" y="0"/>
          <a:chExt cx="0" cy="0"/>
        </a:xfrm>
      </p:grpSpPr>
      <p:pic>
        <p:nvPicPr>
          <p:cNvPr id="140" name="Google Shape;140;p25"/>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42" name="Google Shape;142;p25"/>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3" name="Google Shape;143;p25"/>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4" name="Google Shape;144;p25"/>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48"/>
        <p:cNvGrpSpPr/>
        <p:nvPr/>
      </p:nvGrpSpPr>
      <p:grpSpPr>
        <a:xfrm>
          <a:off x="0" y="0"/>
          <a:ext cx="0" cy="0"/>
          <a:chOff x="0" y="0"/>
          <a:chExt cx="0" cy="0"/>
        </a:xfrm>
      </p:grpSpPr>
      <p:pic>
        <p:nvPicPr>
          <p:cNvPr id="149" name="Google Shape;149;p2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50" name="Google Shape;150;p2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51" name="Google Shape;151;p26"/>
          <p:cNvSpPr/>
          <p:nvPr/>
        </p:nvSpPr>
        <p:spPr>
          <a:xfrm>
            <a:off x="2286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latin typeface="Inter"/>
              <a:ea typeface="Inter"/>
              <a:cs typeface="Inter"/>
              <a:sym typeface="Inter"/>
            </a:endParaRPr>
          </a:p>
        </p:txBody>
      </p:sp>
      <p:sp>
        <p:nvSpPr>
          <p:cNvPr id="152" name="Google Shape;152;p26"/>
          <p:cNvSpPr/>
          <p:nvPr/>
        </p:nvSpPr>
        <p:spPr>
          <a:xfrm>
            <a:off x="24461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3" name="Google Shape;153;p26"/>
          <p:cNvSpPr/>
          <p:nvPr/>
        </p:nvSpPr>
        <p:spPr>
          <a:xfrm>
            <a:off x="46384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4" name="Google Shape;154;p26"/>
          <p:cNvSpPr/>
          <p:nvPr/>
        </p:nvSpPr>
        <p:spPr>
          <a:xfrm>
            <a:off x="68307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58"/>
        <p:cNvGrpSpPr/>
        <p:nvPr/>
      </p:nvGrpSpPr>
      <p:grpSpPr>
        <a:xfrm>
          <a:off x="0" y="0"/>
          <a:ext cx="0" cy="0"/>
          <a:chOff x="0" y="0"/>
          <a:chExt cx="0" cy="0"/>
        </a:xfrm>
      </p:grpSpPr>
      <p:sp>
        <p:nvSpPr>
          <p:cNvPr id="159" name="Google Shape;159;p27"/>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60" name="Google Shape;160;p2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61" name="Google Shape;161;p2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62" name="Google Shape;162;p27"/>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3" name="Google Shape;163;p27"/>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4" name="Google Shape;164;p27"/>
          <p:cNvSpPr/>
          <p:nvPr/>
        </p:nvSpPr>
        <p:spPr>
          <a:xfrm>
            <a:off x="2286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5" name="Google Shape;165;p27"/>
          <p:cNvSpPr/>
          <p:nvPr/>
        </p:nvSpPr>
        <p:spPr>
          <a:xfrm>
            <a:off x="46470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69"/>
        <p:cNvGrpSpPr/>
        <p:nvPr/>
      </p:nvGrpSpPr>
      <p:grpSpPr>
        <a:xfrm>
          <a:off x="0" y="0"/>
          <a:ext cx="0" cy="0"/>
          <a:chOff x="0" y="0"/>
          <a:chExt cx="0" cy="0"/>
        </a:xfrm>
      </p:grpSpPr>
      <p:sp>
        <p:nvSpPr>
          <p:cNvPr id="170" name="Google Shape;170;p28"/>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71" name="Google Shape;171;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72" name="Google Shape;172;p2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73" name="Google Shape;173;p28"/>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4" name="Google Shape;174;p28"/>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5" name="Google Shape;175;p28"/>
          <p:cNvSpPr/>
          <p:nvPr/>
        </p:nvSpPr>
        <p:spPr>
          <a:xfrm>
            <a:off x="228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6" name="Google Shape;176;p28"/>
          <p:cNvSpPr/>
          <p:nvPr/>
        </p:nvSpPr>
        <p:spPr>
          <a:xfrm>
            <a:off x="31821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7" name="Google Shape;177;p28"/>
          <p:cNvSpPr/>
          <p:nvPr/>
        </p:nvSpPr>
        <p:spPr>
          <a:xfrm>
            <a:off x="6135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83" name="Google Shape;183;p29"/>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graphicFrame>
        <p:nvGraphicFramePr>
          <p:cNvPr id="184" name="Google Shape;184;p29"/>
          <p:cNvGraphicFramePr/>
          <p:nvPr/>
        </p:nvGraphicFramePr>
        <p:xfrm>
          <a:off x="228600" y="1999425"/>
          <a:ext cx="8686800" cy="3120895"/>
        </p:xfrm>
        <a:graphic>
          <a:graphicData uri="http://schemas.openxmlformats.org/drawingml/2006/table">
            <a:tbl>
              <a:tblPr>
                <a:noFill/>
                <a:tableStyleId>{EDE21166-72CD-4666-9B10-2B5B8EA32889}</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04150">
                <a:tc>
                  <a:txBody>
                    <a:bodyPr/>
                    <a:lstStyle/>
                    <a:p>
                      <a:pPr marL="0" lvl="0" indent="0" algn="l" rtl="0">
                        <a:spcBef>
                          <a:spcPts val="0"/>
                        </a:spcBef>
                        <a:spcAft>
                          <a:spcPts val="0"/>
                        </a:spcAft>
                        <a:buNone/>
                      </a:pPr>
                      <a:endParaRPr b="1"/>
                    </a:p>
                  </a:txBody>
                  <a:tcPr marL="91425" marR="91425" marT="91425" marB="91425">
                    <a:lnL w="9525" cap="flat" cmpd="sng">
                      <a:solidFill>
                        <a:srgbClr val="2A2A2A">
                          <a:alpha val="0"/>
                        </a:srgbClr>
                      </a:solidFill>
                      <a:prstDash val="solid"/>
                      <a:round/>
                      <a:headEnd type="none" w="sm" len="sm"/>
                      <a:tailEnd type="none" w="sm" len="sm"/>
                    </a:lnL>
                    <a:lnR w="9525" cap="flat" cmpd="sng">
                      <a:solidFill>
                        <a:srgbClr val="1A1A1A"/>
                      </a:solidFill>
                      <a:prstDash val="solid"/>
                      <a:round/>
                      <a:headEnd type="none" w="sm" len="sm"/>
                      <a:tailEnd type="none" w="sm" len="sm"/>
                    </a:lnR>
                    <a:lnT w="9525" cap="flat" cmpd="sng">
                      <a:solidFill>
                        <a:srgbClr val="2A2A2A">
                          <a:alpha val="0"/>
                        </a:srgbClr>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Header</a:t>
                      </a:r>
                      <a:endParaRPr b="1"/>
                    </a:p>
                  </a:txBody>
                  <a:tcPr marL="91425" marR="91425" marT="91425" marB="91425">
                    <a:lnL w="9525" cap="flat" cmpd="sng">
                      <a:solidFill>
                        <a:srgbClr val="1A1A1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Selected column example</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extLst>
                  <a:ext uri="{0D108BD9-81ED-4DB2-BD59-A6C34878D82A}">
                    <a16:rowId xmlns:a16="http://schemas.microsoft.com/office/drawing/2014/main" val="10000"/>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46450">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8"/>
        <p:cNvGrpSpPr/>
        <p:nvPr/>
      </p:nvGrpSpPr>
      <p:grpSpPr>
        <a:xfrm>
          <a:off x="0" y="0"/>
          <a:ext cx="0" cy="0"/>
          <a:chOff x="0" y="0"/>
          <a:chExt cx="0" cy="0"/>
        </a:xfrm>
      </p:grpSpPr>
      <p:pic>
        <p:nvPicPr>
          <p:cNvPr id="189" name="Google Shape;189;p3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0" name="Google Shape;190;p3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Code example</a:t>
            </a:r>
            <a:endParaRPr sz="4000">
              <a:solidFill>
                <a:srgbClr val="1A1A1A"/>
              </a:solidFill>
              <a:latin typeface="Inter ExtraBold"/>
              <a:ea typeface="Inter ExtraBold"/>
              <a:cs typeface="Inter ExtraBold"/>
              <a:sym typeface="Inter ExtraBold"/>
            </a:endParaRPr>
          </a:p>
        </p:txBody>
      </p:sp>
      <p:sp>
        <p:nvSpPr>
          <p:cNvPr id="191" name="Google Shape;191;p30"/>
          <p:cNvSpPr/>
          <p:nvPr/>
        </p:nvSpPr>
        <p:spPr>
          <a:xfrm>
            <a:off x="228600" y="1313300"/>
            <a:ext cx="8686800" cy="3601500"/>
          </a:xfrm>
          <a:prstGeom prst="roundRect">
            <a:avLst>
              <a:gd name="adj" fmla="val 5630"/>
            </a:avLst>
          </a:prstGeom>
          <a:solidFill>
            <a:srgbClr val="1A1A1A"/>
          </a:solidFill>
          <a:ln>
            <a:noFill/>
          </a:ln>
        </p:spPr>
        <p:txBody>
          <a:bodyPr spcFirstLastPara="1" wrap="square" lIns="274300" tIns="274300" rIns="274300" bIns="274300" anchor="t" anchorCtr="0">
            <a:noAutofit/>
          </a:bodyPr>
          <a:lstStyle/>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&lt;h1&gt;Hello,World!&lt;/h1&gt;</a:t>
            </a:r>
            <a:endParaRPr sz="1600">
              <a:solidFill>
                <a:srgbClr val="65BD82"/>
              </a:solidFill>
              <a:latin typeface="Roboto Mono"/>
              <a:ea typeface="Roboto Mono"/>
              <a:cs typeface="Roboto Mono"/>
              <a:sym typeface="Roboto Mono"/>
            </a:endParaRPr>
          </a:p>
          <a:p>
            <a:pPr marL="0" lvl="0" indent="45720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F8F60"/>
        </a:solidFill>
        <a:effectLst/>
      </p:bgPr>
    </p:bg>
    <p:spTree>
      <p:nvGrpSpPr>
        <p:cNvPr id="1" name="Shape 195"/>
        <p:cNvGrpSpPr/>
        <p:nvPr/>
      </p:nvGrpSpPr>
      <p:grpSpPr>
        <a:xfrm>
          <a:off x="0" y="0"/>
          <a:ext cx="0" cy="0"/>
          <a:chOff x="0" y="0"/>
          <a:chExt cx="0" cy="0"/>
        </a:xfrm>
      </p:grpSpPr>
      <p:pic>
        <p:nvPicPr>
          <p:cNvPr id="196" name="Google Shape;196;p3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7" name="Google Shape;197;p3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198" name="Google Shape;198;p31"/>
          <p:cNvSpPr/>
          <p:nvPr/>
        </p:nvSpPr>
        <p:spPr>
          <a:xfrm>
            <a:off x="228600" y="1375825"/>
            <a:ext cx="4223400" cy="3539100"/>
          </a:xfrm>
          <a:prstGeom prst="snip2DiagRect">
            <a:avLst>
              <a:gd name="adj1" fmla="val 0"/>
              <a:gd name="adj2" fmla="val 16667"/>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1A1A1A"/>
                </a:solidFill>
                <a:latin typeface="Inter Medium"/>
                <a:ea typeface="Inter Medium"/>
                <a:cs typeface="Inter Medium"/>
                <a:sym typeface="Inter Medium"/>
              </a:rPr>
              <a:t>Thought one about something interesting</a:t>
            </a:r>
            <a:endParaRPr sz="2400">
              <a:solidFill>
                <a:srgbClr val="1A1A1A"/>
              </a:solidFill>
              <a:latin typeface="Inter Medium"/>
              <a:ea typeface="Inter Medium"/>
              <a:cs typeface="Inter Medium"/>
              <a:sym typeface="Inter Medium"/>
            </a:endParaRPr>
          </a:p>
        </p:txBody>
      </p:sp>
      <p:sp>
        <p:nvSpPr>
          <p:cNvPr id="199" name="Google Shape;199;p31"/>
          <p:cNvSpPr/>
          <p:nvPr/>
        </p:nvSpPr>
        <p:spPr>
          <a:xfrm>
            <a:off x="4741800" y="1375825"/>
            <a:ext cx="4173600" cy="3539100"/>
          </a:xfrm>
          <a:prstGeom prst="roundRect">
            <a:avLst>
              <a:gd name="adj" fmla="val 7021"/>
            </a:avLst>
          </a:prstGeom>
          <a:solidFill>
            <a:schemeClr val="lt1"/>
          </a:solidFill>
          <a:ln>
            <a:noFill/>
          </a:ln>
        </p:spPr>
        <p:txBody>
          <a:bodyPr spcFirstLastPara="1" wrap="square" lIns="274300" tIns="274300" rIns="274300" bIns="274300" anchor="t" anchorCtr="0">
            <a:noAutofit/>
          </a:bodyPr>
          <a:lstStyle/>
          <a:p>
            <a:pPr marL="0" lvl="0" indent="0" algn="l" rtl="0">
              <a:spcBef>
                <a:spcPts val="0"/>
              </a:spcBef>
              <a:spcAft>
                <a:spcPts val="0"/>
              </a:spcAft>
              <a:buClr>
                <a:schemeClr val="dk1"/>
              </a:buClr>
              <a:buSzPts val="1100"/>
              <a:buFont typeface="Arial"/>
              <a:buNone/>
            </a:pPr>
            <a:r>
              <a:rPr lang="en" sz="2400">
                <a:solidFill>
                  <a:srgbClr val="1A1A1A"/>
                </a:solidFill>
                <a:latin typeface="Inter Medium"/>
                <a:ea typeface="Inter Medium"/>
                <a:cs typeface="Inter Medium"/>
                <a:sym typeface="Inter Medium"/>
              </a:rPr>
              <a:t>Thought two about something interesting</a:t>
            </a:r>
            <a:endParaRPr sz="2400">
              <a:solidFill>
                <a:srgbClr val="1A1A1A"/>
              </a:solidFill>
              <a:latin typeface="Inter Medium"/>
              <a:ea typeface="Inter Medium"/>
              <a:cs typeface="Inter Medium"/>
              <a:sym typeface="Inter Medium"/>
            </a:endParaRPr>
          </a:p>
          <a:p>
            <a:pPr marL="0" lvl="0" indent="0" algn="ctr" rtl="0">
              <a:spcBef>
                <a:spcPts val="0"/>
              </a:spcBef>
              <a:spcAft>
                <a:spcPts val="0"/>
              </a:spcAft>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24"/>
        <p:cNvGrpSpPr/>
        <p:nvPr/>
      </p:nvGrpSpPr>
      <p:grpSpPr>
        <a:xfrm>
          <a:off x="0" y="0"/>
          <a:ext cx="0" cy="0"/>
          <a:chOff x="0" y="0"/>
          <a:chExt cx="0" cy="0"/>
        </a:xfrm>
      </p:grpSpPr>
      <p:pic>
        <p:nvPicPr>
          <p:cNvPr id="225" name="Google Shape;225;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26" name="Google Shape;226;p34"/>
          <p:cNvSpPr txBox="1">
            <a:spLocks noGrp="1"/>
          </p:cNvSpPr>
          <p:nvPr>
            <p:ph type="ctrTitle"/>
          </p:nvPr>
        </p:nvSpPr>
        <p:spPr>
          <a:xfrm>
            <a:off x="96875" y="510450"/>
            <a:ext cx="40794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What?</a:t>
            </a:r>
            <a:endParaRPr>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A scalable product</a:t>
            </a:r>
            <a:endParaRPr>
              <a:solidFill>
                <a:srgbClr val="1A1A1A"/>
              </a:solidFill>
              <a:latin typeface="Inter ExtraBold"/>
              <a:ea typeface="Inter ExtraBold"/>
              <a:cs typeface="Inter ExtraBold"/>
              <a:sym typeface="Inter ExtraBold"/>
            </a:endParaRPr>
          </a:p>
        </p:txBody>
      </p:sp>
      <p:sp>
        <p:nvSpPr>
          <p:cNvPr id="227" name="Google Shape;227;p34"/>
          <p:cNvSpPr/>
          <p:nvPr/>
        </p:nvSpPr>
        <p:spPr>
          <a:xfrm>
            <a:off x="4510800" y="245700"/>
            <a:ext cx="4633200" cy="4897800"/>
          </a:xfrm>
          <a:prstGeom prst="snipRoundRect">
            <a:avLst>
              <a:gd name="adj1" fmla="val 6286"/>
              <a:gd name="adj2" fmla="val 0"/>
            </a:avLst>
          </a:prstGeom>
          <a:solidFill>
            <a:srgbClr val="FF8F60"/>
          </a:solidFill>
          <a:ln>
            <a:noFill/>
          </a:ln>
        </p:spPr>
        <p:txBody>
          <a:bodyPr spcFirstLastPara="1" wrap="square" lIns="274300" tIns="274300" rIns="274300" bIns="274300" anchor="t" anchorCtr="0">
            <a:noAutofit/>
          </a:bodyPr>
          <a:lstStyle/>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How? </a:t>
            </a:r>
            <a:endParaRPr sz="2800">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Great team, step by step</a:t>
            </a:r>
            <a:endParaRPr sz="2800">
              <a:solidFill>
                <a:srgbClr val="1A1A1A"/>
              </a:solidFill>
              <a:latin typeface="Inter ExtraBold"/>
              <a:ea typeface="Inter ExtraBold"/>
              <a:cs typeface="Inter ExtraBold"/>
              <a:sym typeface="Inter ExtraBold"/>
            </a:endParaRPr>
          </a:p>
          <a:p>
            <a:pPr marL="0" lvl="0" indent="0" algn="ctr" rtl="0">
              <a:spcBef>
                <a:spcPts val="0"/>
              </a:spcBef>
              <a:spcAft>
                <a:spcPts val="0"/>
              </a:spcAft>
              <a:buNone/>
            </a:pPr>
            <a:endParaRPr/>
          </a:p>
        </p:txBody>
      </p:sp>
      <p:sp>
        <p:nvSpPr>
          <p:cNvPr id="228" name="Google Shape;228;p34"/>
          <p:cNvSpPr txBox="1"/>
          <p:nvPr/>
        </p:nvSpPr>
        <p:spPr>
          <a:xfrm>
            <a:off x="240850" y="2448100"/>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
        <p:nvSpPr>
          <p:cNvPr id="229" name="Google Shape;229;p34"/>
          <p:cNvSpPr txBox="1"/>
          <p:nvPr/>
        </p:nvSpPr>
        <p:spPr>
          <a:xfrm>
            <a:off x="4834800" y="2448075"/>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45"/>
        <p:cNvGrpSpPr/>
        <p:nvPr/>
      </p:nvGrpSpPr>
      <p:grpSpPr>
        <a:xfrm>
          <a:off x="0" y="0"/>
          <a:ext cx="0" cy="0"/>
          <a:chOff x="0" y="0"/>
          <a:chExt cx="0" cy="0"/>
        </a:xfrm>
      </p:grpSpPr>
      <p:pic>
        <p:nvPicPr>
          <p:cNvPr id="246" name="Google Shape;246;p3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7" name="Google Shape;247;p3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Points</a:t>
            </a:r>
            <a:endParaRPr sz="4000">
              <a:solidFill>
                <a:srgbClr val="1A1A1A"/>
              </a:solidFill>
              <a:latin typeface="Inter ExtraBold"/>
              <a:ea typeface="Inter ExtraBold"/>
              <a:cs typeface="Inter ExtraBold"/>
              <a:sym typeface="Inter ExtraBold"/>
            </a:endParaRPr>
          </a:p>
        </p:txBody>
      </p:sp>
      <p:sp>
        <p:nvSpPr>
          <p:cNvPr id="248" name="Google Shape;248;p37"/>
          <p:cNvSpPr/>
          <p:nvPr/>
        </p:nvSpPr>
        <p:spPr>
          <a:xfrm>
            <a:off x="228600" y="1225375"/>
            <a:ext cx="8686800" cy="36894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457200" lvl="0" indent="-355600" algn="l" rtl="0">
              <a:lnSpc>
                <a:spcPct val="115000"/>
              </a:lnSpc>
              <a:spcBef>
                <a:spcPts val="0"/>
              </a:spcBef>
              <a:spcAft>
                <a:spcPts val="0"/>
              </a:spcAft>
              <a:buSzPts val="2000"/>
              <a:buFont typeface="Inter"/>
              <a:buAutoNum type="arabicPeriod"/>
            </a:pPr>
            <a:r>
              <a:rPr lang="en" sz="2000">
                <a:solidFill>
                  <a:schemeClr val="dk1"/>
                </a:solidFill>
                <a:latin typeface="Inter"/>
                <a:ea typeface="Inter"/>
                <a:cs typeface="Inter"/>
                <a:sym typeface="Inter"/>
              </a:rPr>
              <a:t>Point one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two</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three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four</a:t>
            </a:r>
            <a:endParaRPr sz="2000">
              <a:solidFill>
                <a:schemeClr val="dk1"/>
              </a:solidFill>
              <a:latin typeface="Inter"/>
              <a:ea typeface="Inter"/>
              <a:cs typeface="Inter"/>
              <a:sym typeface="Inte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52"/>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54" name="Google Shape;254;p3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Some data</a:t>
            </a:r>
            <a:endParaRPr sz="4000">
              <a:solidFill>
                <a:srgbClr val="1A1A1A"/>
              </a:solidFill>
              <a:latin typeface="Inter ExtraBold"/>
              <a:ea typeface="Inter ExtraBold"/>
              <a:cs typeface="Inter ExtraBold"/>
              <a:sym typeface="Inter ExtraBold"/>
            </a:endParaRPr>
          </a:p>
        </p:txBody>
      </p:sp>
      <p:sp>
        <p:nvSpPr>
          <p:cNvPr id="255" name="Google Shape;255;p38"/>
          <p:cNvSpPr/>
          <p:nvPr/>
        </p:nvSpPr>
        <p:spPr>
          <a:xfrm>
            <a:off x="3520800" y="1542700"/>
            <a:ext cx="1584600" cy="24885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8"/>
          <p:cNvSpPr txBox="1">
            <a:spLocks noGrp="1"/>
          </p:cNvSpPr>
          <p:nvPr>
            <p:ph type="subTitle" idx="1"/>
          </p:nvPr>
        </p:nvSpPr>
        <p:spPr>
          <a:xfrm>
            <a:off x="139800" y="1149175"/>
            <a:ext cx="2993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Some caption</a:t>
            </a:r>
            <a:endParaRPr sz="1600">
              <a:solidFill>
                <a:schemeClr val="dk1"/>
              </a:solidFill>
              <a:latin typeface="Inter"/>
              <a:ea typeface="Inter"/>
              <a:cs typeface="Inter"/>
              <a:sym typeface="Inter"/>
            </a:endParaRPr>
          </a:p>
        </p:txBody>
      </p:sp>
      <p:sp>
        <p:nvSpPr>
          <p:cNvPr id="257" name="Google Shape;257;p38"/>
          <p:cNvSpPr txBox="1">
            <a:spLocks noGrp="1"/>
          </p:cNvSpPr>
          <p:nvPr>
            <p:ph type="subTitle" idx="2"/>
          </p:nvPr>
        </p:nvSpPr>
        <p:spPr>
          <a:xfrm>
            <a:off x="352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1</a:t>
            </a:r>
            <a:endParaRPr sz="1600">
              <a:solidFill>
                <a:schemeClr val="dk1"/>
              </a:solidFill>
              <a:latin typeface="Inter SemiBold"/>
              <a:ea typeface="Inter SemiBold"/>
              <a:cs typeface="Inter SemiBold"/>
              <a:sym typeface="Inter SemiBold"/>
            </a:endParaRPr>
          </a:p>
        </p:txBody>
      </p:sp>
      <p:sp>
        <p:nvSpPr>
          <p:cNvPr id="258" name="Google Shape;258;p38"/>
          <p:cNvSpPr txBox="1">
            <a:spLocks noGrp="1"/>
          </p:cNvSpPr>
          <p:nvPr>
            <p:ph type="subTitle" idx="3"/>
          </p:nvPr>
        </p:nvSpPr>
        <p:spPr>
          <a:xfrm>
            <a:off x="352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3200">
                <a:solidFill>
                  <a:schemeClr val="dk1"/>
                </a:solidFill>
                <a:latin typeface="Inter SemiBold"/>
                <a:ea typeface="Inter SemiBold"/>
                <a:cs typeface="Inter SemiBold"/>
                <a:sym typeface="Inter SemiBold"/>
              </a:rPr>
              <a:t>60%</a:t>
            </a:r>
            <a:endParaRPr sz="3200">
              <a:solidFill>
                <a:schemeClr val="dk1"/>
              </a:solidFill>
              <a:latin typeface="Inter SemiBold"/>
              <a:ea typeface="Inter SemiBold"/>
              <a:cs typeface="Inter SemiBold"/>
              <a:sym typeface="Inter SemiBold"/>
            </a:endParaRPr>
          </a:p>
        </p:txBody>
      </p:sp>
      <p:sp>
        <p:nvSpPr>
          <p:cNvPr id="259" name="Google Shape;259;p38"/>
          <p:cNvSpPr/>
          <p:nvPr/>
        </p:nvSpPr>
        <p:spPr>
          <a:xfrm>
            <a:off x="5425800" y="2669500"/>
            <a:ext cx="1584600" cy="13617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38"/>
          <p:cNvSpPr txBox="1">
            <a:spLocks noGrp="1"/>
          </p:cNvSpPr>
          <p:nvPr>
            <p:ph type="subTitle" idx="4"/>
          </p:nvPr>
        </p:nvSpPr>
        <p:spPr>
          <a:xfrm>
            <a:off x="5425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2</a:t>
            </a:r>
            <a:endParaRPr sz="1600">
              <a:solidFill>
                <a:schemeClr val="dk1"/>
              </a:solidFill>
              <a:latin typeface="Inter SemiBold"/>
              <a:ea typeface="Inter SemiBold"/>
              <a:cs typeface="Inter SemiBold"/>
              <a:sym typeface="Inter SemiBold"/>
            </a:endParaRPr>
          </a:p>
        </p:txBody>
      </p:sp>
      <p:sp>
        <p:nvSpPr>
          <p:cNvPr id="261" name="Google Shape;261;p38"/>
          <p:cNvSpPr txBox="1">
            <a:spLocks noGrp="1"/>
          </p:cNvSpPr>
          <p:nvPr>
            <p:ph type="subTitle" idx="5"/>
          </p:nvPr>
        </p:nvSpPr>
        <p:spPr>
          <a:xfrm>
            <a:off x="5425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30%</a:t>
            </a:r>
            <a:endParaRPr sz="3200">
              <a:solidFill>
                <a:schemeClr val="dk1"/>
              </a:solidFill>
              <a:latin typeface="Inter SemiBold"/>
              <a:ea typeface="Inter SemiBold"/>
              <a:cs typeface="Inter SemiBold"/>
              <a:sym typeface="Inter SemiBold"/>
            </a:endParaRPr>
          </a:p>
        </p:txBody>
      </p:sp>
      <p:sp>
        <p:nvSpPr>
          <p:cNvPr id="262" name="Google Shape;262;p38"/>
          <p:cNvSpPr/>
          <p:nvPr/>
        </p:nvSpPr>
        <p:spPr>
          <a:xfrm>
            <a:off x="7330800" y="3600100"/>
            <a:ext cx="1584600" cy="4311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38"/>
          <p:cNvSpPr txBox="1">
            <a:spLocks noGrp="1"/>
          </p:cNvSpPr>
          <p:nvPr>
            <p:ph type="subTitle" idx="6"/>
          </p:nvPr>
        </p:nvSpPr>
        <p:spPr>
          <a:xfrm>
            <a:off x="733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3</a:t>
            </a:r>
            <a:endParaRPr sz="1600">
              <a:solidFill>
                <a:schemeClr val="dk1"/>
              </a:solidFill>
              <a:latin typeface="Inter SemiBold"/>
              <a:ea typeface="Inter SemiBold"/>
              <a:cs typeface="Inter SemiBold"/>
              <a:sym typeface="Inter SemiBold"/>
            </a:endParaRPr>
          </a:p>
        </p:txBody>
      </p:sp>
      <p:sp>
        <p:nvSpPr>
          <p:cNvPr id="264" name="Google Shape;264;p38"/>
          <p:cNvSpPr txBox="1">
            <a:spLocks noGrp="1"/>
          </p:cNvSpPr>
          <p:nvPr>
            <p:ph type="subTitle" idx="7"/>
          </p:nvPr>
        </p:nvSpPr>
        <p:spPr>
          <a:xfrm>
            <a:off x="733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10%</a:t>
            </a:r>
            <a:endParaRPr sz="3200">
              <a:solidFill>
                <a:schemeClr val="dk1"/>
              </a:solidFill>
              <a:latin typeface="Inter SemiBold"/>
              <a:ea typeface="Inter SemiBold"/>
              <a:cs typeface="Inter SemiBold"/>
              <a:sym typeface="Inter SemiBo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75"/>
        <p:cNvGrpSpPr/>
        <p:nvPr/>
      </p:nvGrpSpPr>
      <p:grpSpPr>
        <a:xfrm>
          <a:off x="0" y="0"/>
          <a:ext cx="0" cy="0"/>
          <a:chOff x="0" y="0"/>
          <a:chExt cx="0" cy="0"/>
        </a:xfrm>
      </p:grpSpPr>
      <p:sp>
        <p:nvSpPr>
          <p:cNvPr id="276" name="Google Shape;276;p40"/>
          <p:cNvSpPr txBox="1">
            <a:spLocks noGrp="1"/>
          </p:cNvSpPr>
          <p:nvPr>
            <p:ph type="ctrTitle"/>
          </p:nvPr>
        </p:nvSpPr>
        <p:spPr>
          <a:xfrm>
            <a:off x="311713" y="1938075"/>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Additional assets ↓</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0"/>
        <p:cNvGrpSpPr/>
        <p:nvPr/>
      </p:nvGrpSpPr>
      <p:grpSpPr>
        <a:xfrm>
          <a:off x="0" y="0"/>
          <a:ext cx="0" cy="0"/>
          <a:chOff x="0" y="0"/>
          <a:chExt cx="0" cy="0"/>
        </a:xfrm>
      </p:grpSpPr>
      <p:sp>
        <p:nvSpPr>
          <p:cNvPr id="281" name="Google Shape;281;p41"/>
          <p:cNvSpPr txBox="1">
            <a:spLocks noGrp="1"/>
          </p:cNvSpPr>
          <p:nvPr>
            <p:ph type="ctrTitle"/>
          </p:nvPr>
        </p:nvSpPr>
        <p:spPr>
          <a:xfrm>
            <a:off x="311713" y="18814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u="sng">
                <a:solidFill>
                  <a:srgbClr val="1A1A1A"/>
                </a:solidFill>
                <a:latin typeface="Inter ExtraBold"/>
                <a:ea typeface="Inter ExtraBold"/>
                <a:cs typeface="Inter ExtraBold"/>
                <a:sym typeface="Inter ExtraBold"/>
                <a:hlinkClick r:id="rId3">
                  <a:extLst>
                    <a:ext uri="{A12FA001-AC4F-418D-AE19-62706E023703}">
                      <ahyp:hlinkClr xmlns:ahyp="http://schemas.microsoft.com/office/drawing/2018/hyperlinkcolor" val="tx"/>
                    </a:ext>
                  </a:extLst>
                </a:hlinkClick>
              </a:rPr>
              <a:t>Our photo stock</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5"/>
        <p:cNvGrpSpPr/>
        <p:nvPr/>
      </p:nvGrpSpPr>
      <p:grpSpPr>
        <a:xfrm>
          <a:off x="0" y="0"/>
          <a:ext cx="0" cy="0"/>
          <a:chOff x="0" y="0"/>
          <a:chExt cx="0" cy="0"/>
        </a:xfrm>
      </p:grpSpPr>
      <p:sp>
        <p:nvSpPr>
          <p:cNvPr id="286" name="Google Shape;286;p42"/>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287" name="Google Shape;287;p42"/>
          <p:cNvPicPr preferRelativeResize="0"/>
          <p:nvPr/>
        </p:nvPicPr>
        <p:blipFill>
          <a:blip r:embed="rId3">
            <a:alphaModFix/>
          </a:blip>
          <a:stretch>
            <a:fillRect/>
          </a:stretch>
        </p:blipFill>
        <p:spPr>
          <a:xfrm>
            <a:off x="229925" y="969629"/>
            <a:ext cx="645459" cy="645201"/>
          </a:xfrm>
          <a:prstGeom prst="rect">
            <a:avLst/>
          </a:prstGeom>
          <a:noFill/>
          <a:ln>
            <a:noFill/>
          </a:ln>
        </p:spPr>
      </p:pic>
      <p:pic>
        <p:nvPicPr>
          <p:cNvPr id="288" name="Google Shape;288;p42"/>
          <p:cNvPicPr preferRelativeResize="0"/>
          <p:nvPr/>
        </p:nvPicPr>
        <p:blipFill>
          <a:blip r:embed="rId4">
            <a:alphaModFix/>
          </a:blip>
          <a:stretch>
            <a:fillRect/>
          </a:stretch>
        </p:blipFill>
        <p:spPr>
          <a:xfrm>
            <a:off x="1569341" y="969629"/>
            <a:ext cx="645459" cy="645201"/>
          </a:xfrm>
          <a:prstGeom prst="rect">
            <a:avLst/>
          </a:prstGeom>
          <a:noFill/>
          <a:ln>
            <a:noFill/>
          </a:ln>
        </p:spPr>
      </p:pic>
      <p:pic>
        <p:nvPicPr>
          <p:cNvPr id="289" name="Google Shape;289;p42"/>
          <p:cNvPicPr preferRelativeResize="0"/>
          <p:nvPr/>
        </p:nvPicPr>
        <p:blipFill>
          <a:blip r:embed="rId5">
            <a:alphaModFix/>
          </a:blip>
          <a:stretch>
            <a:fillRect/>
          </a:stretch>
        </p:blipFill>
        <p:spPr>
          <a:xfrm>
            <a:off x="899633" y="969629"/>
            <a:ext cx="645459" cy="645201"/>
          </a:xfrm>
          <a:prstGeom prst="rect">
            <a:avLst/>
          </a:prstGeom>
          <a:noFill/>
          <a:ln>
            <a:noFill/>
          </a:ln>
        </p:spPr>
      </p:pic>
      <p:pic>
        <p:nvPicPr>
          <p:cNvPr id="290" name="Google Shape;290;p42"/>
          <p:cNvPicPr preferRelativeResize="0"/>
          <p:nvPr/>
        </p:nvPicPr>
        <p:blipFill>
          <a:blip r:embed="rId6">
            <a:alphaModFix/>
          </a:blip>
          <a:stretch>
            <a:fillRect/>
          </a:stretch>
        </p:blipFill>
        <p:spPr>
          <a:xfrm>
            <a:off x="8224578" y="4314429"/>
            <a:ext cx="645459" cy="645201"/>
          </a:xfrm>
          <a:prstGeom prst="rect">
            <a:avLst/>
          </a:prstGeom>
          <a:noFill/>
          <a:ln>
            <a:noFill/>
          </a:ln>
        </p:spPr>
      </p:pic>
      <p:pic>
        <p:nvPicPr>
          <p:cNvPr id="291" name="Google Shape;291;p42"/>
          <p:cNvPicPr preferRelativeResize="0"/>
          <p:nvPr/>
        </p:nvPicPr>
        <p:blipFill>
          <a:blip r:embed="rId7">
            <a:alphaModFix/>
          </a:blip>
          <a:stretch>
            <a:fillRect/>
          </a:stretch>
        </p:blipFill>
        <p:spPr>
          <a:xfrm>
            <a:off x="7558357" y="4314429"/>
            <a:ext cx="645459" cy="645201"/>
          </a:xfrm>
          <a:prstGeom prst="rect">
            <a:avLst/>
          </a:prstGeom>
          <a:noFill/>
          <a:ln>
            <a:noFill/>
          </a:ln>
        </p:spPr>
      </p:pic>
      <p:pic>
        <p:nvPicPr>
          <p:cNvPr id="292" name="Google Shape;292;p42"/>
          <p:cNvPicPr preferRelativeResize="0"/>
          <p:nvPr/>
        </p:nvPicPr>
        <p:blipFill>
          <a:blip r:embed="rId8">
            <a:alphaModFix/>
          </a:blip>
          <a:stretch>
            <a:fillRect/>
          </a:stretch>
        </p:blipFill>
        <p:spPr>
          <a:xfrm>
            <a:off x="6892136" y="4314429"/>
            <a:ext cx="645459" cy="645201"/>
          </a:xfrm>
          <a:prstGeom prst="rect">
            <a:avLst/>
          </a:prstGeom>
          <a:noFill/>
          <a:ln>
            <a:noFill/>
          </a:ln>
        </p:spPr>
      </p:pic>
      <p:pic>
        <p:nvPicPr>
          <p:cNvPr id="293" name="Google Shape;293;p42"/>
          <p:cNvPicPr preferRelativeResize="0"/>
          <p:nvPr/>
        </p:nvPicPr>
        <p:blipFill>
          <a:blip r:embed="rId9">
            <a:alphaModFix/>
          </a:blip>
          <a:stretch>
            <a:fillRect/>
          </a:stretch>
        </p:blipFill>
        <p:spPr>
          <a:xfrm>
            <a:off x="6225915" y="4314429"/>
            <a:ext cx="645459" cy="645201"/>
          </a:xfrm>
          <a:prstGeom prst="rect">
            <a:avLst/>
          </a:prstGeom>
          <a:noFill/>
          <a:ln>
            <a:noFill/>
          </a:ln>
        </p:spPr>
      </p:pic>
      <p:pic>
        <p:nvPicPr>
          <p:cNvPr id="294" name="Google Shape;294;p42"/>
          <p:cNvPicPr preferRelativeResize="0"/>
          <p:nvPr/>
        </p:nvPicPr>
        <p:blipFill>
          <a:blip r:embed="rId10">
            <a:alphaModFix/>
          </a:blip>
          <a:stretch>
            <a:fillRect/>
          </a:stretch>
        </p:blipFill>
        <p:spPr>
          <a:xfrm>
            <a:off x="5559694" y="4314429"/>
            <a:ext cx="645459" cy="645201"/>
          </a:xfrm>
          <a:prstGeom prst="rect">
            <a:avLst/>
          </a:prstGeom>
          <a:noFill/>
          <a:ln>
            <a:noFill/>
          </a:ln>
        </p:spPr>
      </p:pic>
      <p:pic>
        <p:nvPicPr>
          <p:cNvPr id="295" name="Google Shape;295;p42"/>
          <p:cNvPicPr preferRelativeResize="0"/>
          <p:nvPr/>
        </p:nvPicPr>
        <p:blipFill>
          <a:blip r:embed="rId11">
            <a:alphaModFix/>
          </a:blip>
          <a:stretch>
            <a:fillRect/>
          </a:stretch>
        </p:blipFill>
        <p:spPr>
          <a:xfrm>
            <a:off x="4893473" y="4314429"/>
            <a:ext cx="645459" cy="645201"/>
          </a:xfrm>
          <a:prstGeom prst="rect">
            <a:avLst/>
          </a:prstGeom>
          <a:noFill/>
          <a:ln>
            <a:noFill/>
          </a:ln>
        </p:spPr>
      </p:pic>
      <p:pic>
        <p:nvPicPr>
          <p:cNvPr id="296" name="Google Shape;296;p42"/>
          <p:cNvPicPr preferRelativeResize="0"/>
          <p:nvPr/>
        </p:nvPicPr>
        <p:blipFill>
          <a:blip r:embed="rId12">
            <a:alphaModFix/>
          </a:blip>
          <a:stretch>
            <a:fillRect/>
          </a:stretch>
        </p:blipFill>
        <p:spPr>
          <a:xfrm>
            <a:off x="4227252" y="4314429"/>
            <a:ext cx="645459" cy="645201"/>
          </a:xfrm>
          <a:prstGeom prst="rect">
            <a:avLst/>
          </a:prstGeom>
          <a:noFill/>
          <a:ln>
            <a:noFill/>
          </a:ln>
        </p:spPr>
      </p:pic>
      <p:pic>
        <p:nvPicPr>
          <p:cNvPr id="297" name="Google Shape;297;p42"/>
          <p:cNvPicPr preferRelativeResize="0"/>
          <p:nvPr/>
        </p:nvPicPr>
        <p:blipFill>
          <a:blip r:embed="rId13">
            <a:alphaModFix/>
          </a:blip>
          <a:stretch>
            <a:fillRect/>
          </a:stretch>
        </p:blipFill>
        <p:spPr>
          <a:xfrm>
            <a:off x="3561031" y="4314429"/>
            <a:ext cx="645459" cy="645201"/>
          </a:xfrm>
          <a:prstGeom prst="rect">
            <a:avLst/>
          </a:prstGeom>
          <a:noFill/>
          <a:ln>
            <a:noFill/>
          </a:ln>
        </p:spPr>
      </p:pic>
      <p:pic>
        <p:nvPicPr>
          <p:cNvPr id="298" name="Google Shape;298;p42"/>
          <p:cNvPicPr preferRelativeResize="0"/>
          <p:nvPr/>
        </p:nvPicPr>
        <p:blipFill>
          <a:blip r:embed="rId14">
            <a:alphaModFix/>
          </a:blip>
          <a:stretch>
            <a:fillRect/>
          </a:stretch>
        </p:blipFill>
        <p:spPr>
          <a:xfrm>
            <a:off x="2894810" y="4314429"/>
            <a:ext cx="645459" cy="645201"/>
          </a:xfrm>
          <a:prstGeom prst="rect">
            <a:avLst/>
          </a:prstGeom>
          <a:noFill/>
          <a:ln>
            <a:noFill/>
          </a:ln>
        </p:spPr>
      </p:pic>
      <p:pic>
        <p:nvPicPr>
          <p:cNvPr id="299" name="Google Shape;299;p42"/>
          <p:cNvPicPr preferRelativeResize="0"/>
          <p:nvPr/>
        </p:nvPicPr>
        <p:blipFill>
          <a:blip r:embed="rId15">
            <a:alphaModFix/>
          </a:blip>
          <a:stretch>
            <a:fillRect/>
          </a:stretch>
        </p:blipFill>
        <p:spPr>
          <a:xfrm>
            <a:off x="2228589" y="4314429"/>
            <a:ext cx="645459" cy="645201"/>
          </a:xfrm>
          <a:prstGeom prst="rect">
            <a:avLst/>
          </a:prstGeom>
          <a:noFill/>
          <a:ln>
            <a:noFill/>
          </a:ln>
        </p:spPr>
      </p:pic>
      <p:pic>
        <p:nvPicPr>
          <p:cNvPr id="300" name="Google Shape;300;p42"/>
          <p:cNvPicPr preferRelativeResize="0"/>
          <p:nvPr/>
        </p:nvPicPr>
        <p:blipFill>
          <a:blip r:embed="rId16">
            <a:alphaModFix/>
          </a:blip>
          <a:stretch>
            <a:fillRect/>
          </a:stretch>
        </p:blipFill>
        <p:spPr>
          <a:xfrm>
            <a:off x="1562368" y="4314429"/>
            <a:ext cx="645459" cy="645201"/>
          </a:xfrm>
          <a:prstGeom prst="rect">
            <a:avLst/>
          </a:prstGeom>
          <a:noFill/>
          <a:ln>
            <a:noFill/>
          </a:ln>
        </p:spPr>
      </p:pic>
      <p:pic>
        <p:nvPicPr>
          <p:cNvPr id="301" name="Google Shape;301;p42"/>
          <p:cNvPicPr preferRelativeResize="0"/>
          <p:nvPr/>
        </p:nvPicPr>
        <p:blipFill>
          <a:blip r:embed="rId17">
            <a:alphaModFix/>
          </a:blip>
          <a:stretch>
            <a:fillRect/>
          </a:stretch>
        </p:blipFill>
        <p:spPr>
          <a:xfrm>
            <a:off x="896147" y="4314429"/>
            <a:ext cx="645459" cy="645201"/>
          </a:xfrm>
          <a:prstGeom prst="rect">
            <a:avLst/>
          </a:prstGeom>
          <a:noFill/>
          <a:ln>
            <a:noFill/>
          </a:ln>
        </p:spPr>
      </p:pic>
      <p:pic>
        <p:nvPicPr>
          <p:cNvPr id="302" name="Google Shape;302;p42"/>
          <p:cNvPicPr preferRelativeResize="0"/>
          <p:nvPr/>
        </p:nvPicPr>
        <p:blipFill>
          <a:blip r:embed="rId18">
            <a:alphaModFix/>
          </a:blip>
          <a:stretch>
            <a:fillRect/>
          </a:stretch>
        </p:blipFill>
        <p:spPr>
          <a:xfrm>
            <a:off x="229925" y="4314429"/>
            <a:ext cx="645459" cy="645201"/>
          </a:xfrm>
          <a:prstGeom prst="rect">
            <a:avLst/>
          </a:prstGeom>
          <a:noFill/>
          <a:ln>
            <a:noFill/>
          </a:ln>
        </p:spPr>
      </p:pic>
      <p:pic>
        <p:nvPicPr>
          <p:cNvPr id="303" name="Google Shape;303;p42"/>
          <p:cNvPicPr preferRelativeResize="0"/>
          <p:nvPr/>
        </p:nvPicPr>
        <p:blipFill>
          <a:blip r:embed="rId19">
            <a:alphaModFix/>
          </a:blip>
          <a:stretch>
            <a:fillRect/>
          </a:stretch>
        </p:blipFill>
        <p:spPr>
          <a:xfrm>
            <a:off x="8298096" y="3460892"/>
            <a:ext cx="645459" cy="645201"/>
          </a:xfrm>
          <a:prstGeom prst="rect">
            <a:avLst/>
          </a:prstGeom>
          <a:noFill/>
          <a:ln>
            <a:noFill/>
          </a:ln>
        </p:spPr>
      </p:pic>
      <p:pic>
        <p:nvPicPr>
          <p:cNvPr id="304" name="Google Shape;304;p42"/>
          <p:cNvPicPr preferRelativeResize="0"/>
          <p:nvPr/>
        </p:nvPicPr>
        <p:blipFill>
          <a:blip r:embed="rId20">
            <a:alphaModFix/>
          </a:blip>
          <a:stretch>
            <a:fillRect/>
          </a:stretch>
        </p:blipFill>
        <p:spPr>
          <a:xfrm>
            <a:off x="7625748" y="3460892"/>
            <a:ext cx="645459" cy="645201"/>
          </a:xfrm>
          <a:prstGeom prst="rect">
            <a:avLst/>
          </a:prstGeom>
          <a:noFill/>
          <a:ln>
            <a:noFill/>
          </a:ln>
        </p:spPr>
      </p:pic>
      <p:pic>
        <p:nvPicPr>
          <p:cNvPr id="305" name="Google Shape;305;p42"/>
          <p:cNvPicPr preferRelativeResize="0"/>
          <p:nvPr/>
        </p:nvPicPr>
        <p:blipFill>
          <a:blip r:embed="rId21">
            <a:alphaModFix/>
          </a:blip>
          <a:stretch>
            <a:fillRect/>
          </a:stretch>
        </p:blipFill>
        <p:spPr>
          <a:xfrm>
            <a:off x="6953400" y="3460892"/>
            <a:ext cx="645459" cy="645201"/>
          </a:xfrm>
          <a:prstGeom prst="rect">
            <a:avLst/>
          </a:prstGeom>
          <a:noFill/>
          <a:ln>
            <a:noFill/>
          </a:ln>
        </p:spPr>
      </p:pic>
      <p:pic>
        <p:nvPicPr>
          <p:cNvPr id="306" name="Google Shape;306;p42"/>
          <p:cNvPicPr preferRelativeResize="0"/>
          <p:nvPr/>
        </p:nvPicPr>
        <p:blipFill>
          <a:blip r:embed="rId22">
            <a:alphaModFix/>
          </a:blip>
          <a:stretch>
            <a:fillRect/>
          </a:stretch>
        </p:blipFill>
        <p:spPr>
          <a:xfrm>
            <a:off x="6281052" y="3460892"/>
            <a:ext cx="645459" cy="645201"/>
          </a:xfrm>
          <a:prstGeom prst="rect">
            <a:avLst/>
          </a:prstGeom>
          <a:noFill/>
          <a:ln>
            <a:noFill/>
          </a:ln>
        </p:spPr>
      </p:pic>
      <p:pic>
        <p:nvPicPr>
          <p:cNvPr id="307" name="Google Shape;307;p42"/>
          <p:cNvPicPr preferRelativeResize="0"/>
          <p:nvPr/>
        </p:nvPicPr>
        <p:blipFill>
          <a:blip r:embed="rId23">
            <a:alphaModFix/>
          </a:blip>
          <a:stretch>
            <a:fillRect/>
          </a:stretch>
        </p:blipFill>
        <p:spPr>
          <a:xfrm>
            <a:off x="5608704" y="3460892"/>
            <a:ext cx="645459" cy="645201"/>
          </a:xfrm>
          <a:prstGeom prst="rect">
            <a:avLst/>
          </a:prstGeom>
          <a:noFill/>
          <a:ln>
            <a:noFill/>
          </a:ln>
        </p:spPr>
      </p:pic>
      <p:pic>
        <p:nvPicPr>
          <p:cNvPr id="308" name="Google Shape;308;p42"/>
          <p:cNvPicPr preferRelativeResize="0"/>
          <p:nvPr/>
        </p:nvPicPr>
        <p:blipFill>
          <a:blip r:embed="rId24">
            <a:alphaModFix/>
          </a:blip>
          <a:stretch>
            <a:fillRect/>
          </a:stretch>
        </p:blipFill>
        <p:spPr>
          <a:xfrm>
            <a:off x="4936355" y="3460892"/>
            <a:ext cx="645459" cy="645201"/>
          </a:xfrm>
          <a:prstGeom prst="rect">
            <a:avLst/>
          </a:prstGeom>
          <a:noFill/>
          <a:ln>
            <a:noFill/>
          </a:ln>
        </p:spPr>
      </p:pic>
      <p:pic>
        <p:nvPicPr>
          <p:cNvPr id="309" name="Google Shape;309;p42"/>
          <p:cNvPicPr preferRelativeResize="0"/>
          <p:nvPr/>
        </p:nvPicPr>
        <p:blipFill>
          <a:blip r:embed="rId25">
            <a:alphaModFix/>
          </a:blip>
          <a:stretch>
            <a:fillRect/>
          </a:stretch>
        </p:blipFill>
        <p:spPr>
          <a:xfrm>
            <a:off x="4264007" y="3460892"/>
            <a:ext cx="645459" cy="645201"/>
          </a:xfrm>
          <a:prstGeom prst="rect">
            <a:avLst/>
          </a:prstGeom>
          <a:noFill/>
          <a:ln>
            <a:noFill/>
          </a:ln>
        </p:spPr>
      </p:pic>
      <p:pic>
        <p:nvPicPr>
          <p:cNvPr id="310" name="Google Shape;310;p42"/>
          <p:cNvPicPr preferRelativeResize="0"/>
          <p:nvPr/>
        </p:nvPicPr>
        <p:blipFill>
          <a:blip r:embed="rId26">
            <a:alphaModFix/>
          </a:blip>
          <a:stretch>
            <a:fillRect/>
          </a:stretch>
        </p:blipFill>
        <p:spPr>
          <a:xfrm>
            <a:off x="3591659" y="3460892"/>
            <a:ext cx="645459" cy="645201"/>
          </a:xfrm>
          <a:prstGeom prst="rect">
            <a:avLst/>
          </a:prstGeom>
          <a:noFill/>
          <a:ln>
            <a:noFill/>
          </a:ln>
        </p:spPr>
      </p:pic>
      <p:pic>
        <p:nvPicPr>
          <p:cNvPr id="311" name="Google Shape;311;p42"/>
          <p:cNvPicPr preferRelativeResize="0"/>
          <p:nvPr/>
        </p:nvPicPr>
        <p:blipFill>
          <a:blip r:embed="rId27">
            <a:alphaModFix/>
          </a:blip>
          <a:stretch>
            <a:fillRect/>
          </a:stretch>
        </p:blipFill>
        <p:spPr>
          <a:xfrm>
            <a:off x="2919311" y="3460892"/>
            <a:ext cx="645459" cy="645201"/>
          </a:xfrm>
          <a:prstGeom prst="rect">
            <a:avLst/>
          </a:prstGeom>
          <a:noFill/>
          <a:ln>
            <a:noFill/>
          </a:ln>
        </p:spPr>
      </p:pic>
      <p:pic>
        <p:nvPicPr>
          <p:cNvPr id="312" name="Google Shape;312;p42"/>
          <p:cNvPicPr preferRelativeResize="0"/>
          <p:nvPr/>
        </p:nvPicPr>
        <p:blipFill>
          <a:blip r:embed="rId28">
            <a:alphaModFix/>
          </a:blip>
          <a:stretch>
            <a:fillRect/>
          </a:stretch>
        </p:blipFill>
        <p:spPr>
          <a:xfrm>
            <a:off x="2246963" y="3460892"/>
            <a:ext cx="645459" cy="645201"/>
          </a:xfrm>
          <a:prstGeom prst="rect">
            <a:avLst/>
          </a:prstGeom>
          <a:noFill/>
          <a:ln>
            <a:noFill/>
          </a:ln>
        </p:spPr>
      </p:pic>
      <p:pic>
        <p:nvPicPr>
          <p:cNvPr id="313" name="Google Shape;313;p42"/>
          <p:cNvPicPr preferRelativeResize="0"/>
          <p:nvPr/>
        </p:nvPicPr>
        <p:blipFill>
          <a:blip r:embed="rId29">
            <a:alphaModFix/>
          </a:blip>
          <a:stretch>
            <a:fillRect/>
          </a:stretch>
        </p:blipFill>
        <p:spPr>
          <a:xfrm>
            <a:off x="1574615" y="3460892"/>
            <a:ext cx="645459" cy="645201"/>
          </a:xfrm>
          <a:prstGeom prst="rect">
            <a:avLst/>
          </a:prstGeom>
          <a:noFill/>
          <a:ln>
            <a:noFill/>
          </a:ln>
        </p:spPr>
      </p:pic>
      <p:pic>
        <p:nvPicPr>
          <p:cNvPr id="314" name="Google Shape;314;p42"/>
          <p:cNvPicPr preferRelativeResize="0"/>
          <p:nvPr/>
        </p:nvPicPr>
        <p:blipFill>
          <a:blip r:embed="rId30">
            <a:alphaModFix/>
          </a:blip>
          <a:stretch>
            <a:fillRect/>
          </a:stretch>
        </p:blipFill>
        <p:spPr>
          <a:xfrm>
            <a:off x="902267" y="3460892"/>
            <a:ext cx="645459" cy="645201"/>
          </a:xfrm>
          <a:prstGeom prst="rect">
            <a:avLst/>
          </a:prstGeom>
          <a:noFill/>
          <a:ln>
            <a:noFill/>
          </a:ln>
        </p:spPr>
      </p:pic>
      <p:pic>
        <p:nvPicPr>
          <p:cNvPr id="315" name="Google Shape;315;p42"/>
          <p:cNvPicPr preferRelativeResize="0"/>
          <p:nvPr/>
        </p:nvPicPr>
        <p:blipFill>
          <a:blip r:embed="rId31">
            <a:alphaModFix/>
          </a:blip>
          <a:stretch>
            <a:fillRect/>
          </a:stretch>
        </p:blipFill>
        <p:spPr>
          <a:xfrm>
            <a:off x="229919" y="3460892"/>
            <a:ext cx="645459" cy="645201"/>
          </a:xfrm>
          <a:prstGeom prst="rect">
            <a:avLst/>
          </a:prstGeom>
          <a:noFill/>
          <a:ln>
            <a:noFill/>
          </a:ln>
        </p:spPr>
      </p:pic>
      <p:pic>
        <p:nvPicPr>
          <p:cNvPr id="316" name="Google Shape;316;p42"/>
          <p:cNvPicPr preferRelativeResize="0"/>
          <p:nvPr/>
        </p:nvPicPr>
        <p:blipFill>
          <a:blip r:embed="rId32">
            <a:alphaModFix/>
          </a:blip>
          <a:stretch>
            <a:fillRect/>
          </a:stretch>
        </p:blipFill>
        <p:spPr>
          <a:xfrm>
            <a:off x="287564" y="2715029"/>
            <a:ext cx="645459" cy="645201"/>
          </a:xfrm>
          <a:prstGeom prst="rect">
            <a:avLst/>
          </a:prstGeom>
          <a:noFill/>
          <a:ln>
            <a:noFill/>
          </a:ln>
        </p:spPr>
      </p:pic>
      <p:pic>
        <p:nvPicPr>
          <p:cNvPr id="317" name="Google Shape;317;p42"/>
          <p:cNvPicPr preferRelativeResize="0"/>
          <p:nvPr/>
        </p:nvPicPr>
        <p:blipFill>
          <a:blip r:embed="rId33">
            <a:alphaModFix/>
          </a:blip>
          <a:stretch>
            <a:fillRect/>
          </a:stretch>
        </p:blipFill>
        <p:spPr>
          <a:xfrm>
            <a:off x="901322" y="2715029"/>
            <a:ext cx="645459" cy="645201"/>
          </a:xfrm>
          <a:prstGeom prst="rect">
            <a:avLst/>
          </a:prstGeom>
          <a:noFill/>
          <a:ln>
            <a:noFill/>
          </a:ln>
        </p:spPr>
      </p:pic>
      <p:pic>
        <p:nvPicPr>
          <p:cNvPr id="318" name="Google Shape;318;p42"/>
          <p:cNvPicPr preferRelativeResize="0"/>
          <p:nvPr/>
        </p:nvPicPr>
        <p:blipFill>
          <a:blip r:embed="rId34">
            <a:alphaModFix/>
          </a:blip>
          <a:stretch>
            <a:fillRect/>
          </a:stretch>
        </p:blipFill>
        <p:spPr>
          <a:xfrm>
            <a:off x="1515080" y="2715029"/>
            <a:ext cx="645459" cy="645201"/>
          </a:xfrm>
          <a:prstGeom prst="rect">
            <a:avLst/>
          </a:prstGeom>
          <a:noFill/>
          <a:ln>
            <a:noFill/>
          </a:ln>
        </p:spPr>
      </p:pic>
      <p:pic>
        <p:nvPicPr>
          <p:cNvPr id="319" name="Google Shape;319;p42"/>
          <p:cNvPicPr preferRelativeResize="0"/>
          <p:nvPr/>
        </p:nvPicPr>
        <p:blipFill>
          <a:blip r:embed="rId35">
            <a:alphaModFix/>
          </a:blip>
          <a:stretch>
            <a:fillRect/>
          </a:stretch>
        </p:blipFill>
        <p:spPr>
          <a:xfrm>
            <a:off x="2128839" y="2715029"/>
            <a:ext cx="645459" cy="645201"/>
          </a:xfrm>
          <a:prstGeom prst="rect">
            <a:avLst/>
          </a:prstGeom>
          <a:noFill/>
          <a:ln>
            <a:noFill/>
          </a:ln>
        </p:spPr>
      </p:pic>
      <p:pic>
        <p:nvPicPr>
          <p:cNvPr id="320" name="Google Shape;320;p42"/>
          <p:cNvPicPr preferRelativeResize="0"/>
          <p:nvPr/>
        </p:nvPicPr>
        <p:blipFill>
          <a:blip r:embed="rId36">
            <a:alphaModFix/>
          </a:blip>
          <a:stretch>
            <a:fillRect/>
          </a:stretch>
        </p:blipFill>
        <p:spPr>
          <a:xfrm>
            <a:off x="2742597" y="2715029"/>
            <a:ext cx="645459" cy="645201"/>
          </a:xfrm>
          <a:prstGeom prst="rect">
            <a:avLst/>
          </a:prstGeom>
          <a:noFill/>
          <a:ln>
            <a:noFill/>
          </a:ln>
        </p:spPr>
      </p:pic>
      <p:pic>
        <p:nvPicPr>
          <p:cNvPr id="321" name="Google Shape;321;p42"/>
          <p:cNvPicPr preferRelativeResize="0"/>
          <p:nvPr/>
        </p:nvPicPr>
        <p:blipFill>
          <a:blip r:embed="rId37">
            <a:alphaModFix/>
          </a:blip>
          <a:stretch>
            <a:fillRect/>
          </a:stretch>
        </p:blipFill>
        <p:spPr>
          <a:xfrm>
            <a:off x="3356355" y="2715029"/>
            <a:ext cx="645459" cy="645201"/>
          </a:xfrm>
          <a:prstGeom prst="rect">
            <a:avLst/>
          </a:prstGeom>
          <a:noFill/>
          <a:ln>
            <a:noFill/>
          </a:ln>
        </p:spPr>
      </p:pic>
      <p:pic>
        <p:nvPicPr>
          <p:cNvPr id="322" name="Google Shape;322;p42"/>
          <p:cNvPicPr preferRelativeResize="0"/>
          <p:nvPr/>
        </p:nvPicPr>
        <p:blipFill>
          <a:blip r:embed="rId38">
            <a:alphaModFix/>
          </a:blip>
          <a:stretch>
            <a:fillRect/>
          </a:stretch>
        </p:blipFill>
        <p:spPr>
          <a:xfrm>
            <a:off x="3970113" y="2715029"/>
            <a:ext cx="645459" cy="645201"/>
          </a:xfrm>
          <a:prstGeom prst="rect">
            <a:avLst/>
          </a:prstGeom>
          <a:noFill/>
          <a:ln>
            <a:noFill/>
          </a:ln>
        </p:spPr>
      </p:pic>
      <p:pic>
        <p:nvPicPr>
          <p:cNvPr id="323" name="Google Shape;323;p42"/>
          <p:cNvPicPr preferRelativeResize="0"/>
          <p:nvPr/>
        </p:nvPicPr>
        <p:blipFill>
          <a:blip r:embed="rId39">
            <a:alphaModFix/>
          </a:blip>
          <a:stretch>
            <a:fillRect/>
          </a:stretch>
        </p:blipFill>
        <p:spPr>
          <a:xfrm>
            <a:off x="4583871" y="2715029"/>
            <a:ext cx="645459" cy="645201"/>
          </a:xfrm>
          <a:prstGeom prst="rect">
            <a:avLst/>
          </a:prstGeom>
          <a:noFill/>
          <a:ln>
            <a:noFill/>
          </a:ln>
        </p:spPr>
      </p:pic>
      <p:pic>
        <p:nvPicPr>
          <p:cNvPr id="324" name="Google Shape;324;p42"/>
          <p:cNvPicPr preferRelativeResize="0"/>
          <p:nvPr/>
        </p:nvPicPr>
        <p:blipFill>
          <a:blip r:embed="rId40">
            <a:alphaModFix/>
          </a:blip>
          <a:stretch>
            <a:fillRect/>
          </a:stretch>
        </p:blipFill>
        <p:spPr>
          <a:xfrm>
            <a:off x="5197629" y="2715029"/>
            <a:ext cx="645459" cy="645201"/>
          </a:xfrm>
          <a:prstGeom prst="rect">
            <a:avLst/>
          </a:prstGeom>
          <a:noFill/>
          <a:ln>
            <a:noFill/>
          </a:ln>
        </p:spPr>
      </p:pic>
      <p:pic>
        <p:nvPicPr>
          <p:cNvPr id="325" name="Google Shape;325;p42"/>
          <p:cNvPicPr preferRelativeResize="0"/>
          <p:nvPr/>
        </p:nvPicPr>
        <p:blipFill>
          <a:blip r:embed="rId41">
            <a:alphaModFix/>
          </a:blip>
          <a:stretch>
            <a:fillRect/>
          </a:stretch>
        </p:blipFill>
        <p:spPr>
          <a:xfrm>
            <a:off x="5811387" y="2715029"/>
            <a:ext cx="645459" cy="645201"/>
          </a:xfrm>
          <a:prstGeom prst="rect">
            <a:avLst/>
          </a:prstGeom>
          <a:noFill/>
          <a:ln>
            <a:noFill/>
          </a:ln>
        </p:spPr>
      </p:pic>
      <p:pic>
        <p:nvPicPr>
          <p:cNvPr id="326" name="Google Shape;326;p42"/>
          <p:cNvPicPr preferRelativeResize="0"/>
          <p:nvPr/>
        </p:nvPicPr>
        <p:blipFill>
          <a:blip r:embed="rId42">
            <a:alphaModFix/>
          </a:blip>
          <a:stretch>
            <a:fillRect/>
          </a:stretch>
        </p:blipFill>
        <p:spPr>
          <a:xfrm>
            <a:off x="6425145" y="2715029"/>
            <a:ext cx="645459" cy="645201"/>
          </a:xfrm>
          <a:prstGeom prst="rect">
            <a:avLst/>
          </a:prstGeom>
          <a:noFill/>
          <a:ln>
            <a:noFill/>
          </a:ln>
        </p:spPr>
      </p:pic>
      <p:pic>
        <p:nvPicPr>
          <p:cNvPr id="327" name="Google Shape;327;p42"/>
          <p:cNvPicPr preferRelativeResize="0"/>
          <p:nvPr/>
        </p:nvPicPr>
        <p:blipFill>
          <a:blip r:embed="rId43">
            <a:alphaModFix/>
          </a:blip>
          <a:stretch>
            <a:fillRect/>
          </a:stretch>
        </p:blipFill>
        <p:spPr>
          <a:xfrm>
            <a:off x="7038903" y="2715029"/>
            <a:ext cx="645459" cy="645201"/>
          </a:xfrm>
          <a:prstGeom prst="rect">
            <a:avLst/>
          </a:prstGeom>
          <a:noFill/>
          <a:ln>
            <a:noFill/>
          </a:ln>
        </p:spPr>
      </p:pic>
      <p:pic>
        <p:nvPicPr>
          <p:cNvPr id="328" name="Google Shape;328;p42"/>
          <p:cNvPicPr preferRelativeResize="0"/>
          <p:nvPr/>
        </p:nvPicPr>
        <p:blipFill>
          <a:blip r:embed="rId44">
            <a:alphaModFix/>
          </a:blip>
          <a:stretch>
            <a:fillRect/>
          </a:stretch>
        </p:blipFill>
        <p:spPr>
          <a:xfrm>
            <a:off x="7652662" y="2715029"/>
            <a:ext cx="645459" cy="645201"/>
          </a:xfrm>
          <a:prstGeom prst="rect">
            <a:avLst/>
          </a:prstGeom>
          <a:noFill/>
          <a:ln>
            <a:noFill/>
          </a:ln>
        </p:spPr>
      </p:pic>
      <p:pic>
        <p:nvPicPr>
          <p:cNvPr id="329" name="Google Shape;329;p42"/>
          <p:cNvPicPr preferRelativeResize="0"/>
          <p:nvPr/>
        </p:nvPicPr>
        <p:blipFill>
          <a:blip r:embed="rId45">
            <a:alphaModFix/>
          </a:blip>
          <a:stretch>
            <a:fillRect/>
          </a:stretch>
        </p:blipFill>
        <p:spPr>
          <a:xfrm>
            <a:off x="8266420" y="2715029"/>
            <a:ext cx="645459" cy="645201"/>
          </a:xfrm>
          <a:prstGeom prst="rect">
            <a:avLst/>
          </a:prstGeom>
          <a:noFill/>
          <a:ln>
            <a:noFill/>
          </a:ln>
        </p:spPr>
      </p:pic>
      <p:pic>
        <p:nvPicPr>
          <p:cNvPr id="330" name="Google Shape;330;p42"/>
          <p:cNvPicPr preferRelativeResize="0"/>
          <p:nvPr/>
        </p:nvPicPr>
        <p:blipFill>
          <a:blip r:embed="rId46">
            <a:alphaModFix/>
          </a:blip>
          <a:stretch>
            <a:fillRect/>
          </a:stretch>
        </p:blipFill>
        <p:spPr>
          <a:xfrm>
            <a:off x="8266420" y="969629"/>
            <a:ext cx="645459" cy="645201"/>
          </a:xfrm>
          <a:prstGeom prst="rect">
            <a:avLst/>
          </a:prstGeom>
          <a:noFill/>
          <a:ln>
            <a:noFill/>
          </a:ln>
        </p:spPr>
      </p:pic>
      <p:pic>
        <p:nvPicPr>
          <p:cNvPr id="331" name="Google Shape;331;p42"/>
          <p:cNvPicPr preferRelativeResize="0"/>
          <p:nvPr/>
        </p:nvPicPr>
        <p:blipFill>
          <a:blip r:embed="rId47">
            <a:alphaModFix/>
          </a:blip>
          <a:stretch>
            <a:fillRect/>
          </a:stretch>
        </p:blipFill>
        <p:spPr>
          <a:xfrm>
            <a:off x="4921171" y="1839091"/>
            <a:ext cx="645459" cy="645201"/>
          </a:xfrm>
          <a:prstGeom prst="rect">
            <a:avLst/>
          </a:prstGeom>
          <a:noFill/>
          <a:ln>
            <a:noFill/>
          </a:ln>
        </p:spPr>
      </p:pic>
      <p:pic>
        <p:nvPicPr>
          <p:cNvPr id="332" name="Google Shape;332;p42"/>
          <p:cNvPicPr preferRelativeResize="0"/>
          <p:nvPr/>
        </p:nvPicPr>
        <p:blipFill>
          <a:blip r:embed="rId48">
            <a:alphaModFix/>
          </a:blip>
          <a:stretch>
            <a:fillRect/>
          </a:stretch>
        </p:blipFill>
        <p:spPr>
          <a:xfrm>
            <a:off x="4263563" y="1839091"/>
            <a:ext cx="645459" cy="645201"/>
          </a:xfrm>
          <a:prstGeom prst="rect">
            <a:avLst/>
          </a:prstGeom>
          <a:noFill/>
          <a:ln>
            <a:noFill/>
          </a:ln>
        </p:spPr>
      </p:pic>
      <p:pic>
        <p:nvPicPr>
          <p:cNvPr id="333" name="Google Shape;333;p42"/>
          <p:cNvPicPr preferRelativeResize="0"/>
          <p:nvPr/>
        </p:nvPicPr>
        <p:blipFill>
          <a:blip r:embed="rId49">
            <a:alphaModFix/>
          </a:blip>
          <a:stretch>
            <a:fillRect/>
          </a:stretch>
        </p:blipFill>
        <p:spPr>
          <a:xfrm>
            <a:off x="1633134" y="1839091"/>
            <a:ext cx="645459" cy="645201"/>
          </a:xfrm>
          <a:prstGeom prst="rect">
            <a:avLst/>
          </a:prstGeom>
          <a:noFill/>
          <a:ln>
            <a:noFill/>
          </a:ln>
        </p:spPr>
      </p:pic>
      <p:pic>
        <p:nvPicPr>
          <p:cNvPr id="334" name="Google Shape;334;p42"/>
          <p:cNvPicPr preferRelativeResize="0"/>
          <p:nvPr/>
        </p:nvPicPr>
        <p:blipFill>
          <a:blip r:embed="rId50">
            <a:alphaModFix/>
          </a:blip>
          <a:stretch>
            <a:fillRect/>
          </a:stretch>
        </p:blipFill>
        <p:spPr>
          <a:xfrm>
            <a:off x="8209207" y="1839091"/>
            <a:ext cx="645459" cy="645201"/>
          </a:xfrm>
          <a:prstGeom prst="rect">
            <a:avLst/>
          </a:prstGeom>
          <a:noFill/>
          <a:ln>
            <a:noFill/>
          </a:ln>
        </p:spPr>
      </p:pic>
      <p:pic>
        <p:nvPicPr>
          <p:cNvPr id="335" name="Google Shape;335;p42"/>
          <p:cNvPicPr preferRelativeResize="0"/>
          <p:nvPr/>
        </p:nvPicPr>
        <p:blipFill>
          <a:blip r:embed="rId51">
            <a:alphaModFix/>
          </a:blip>
          <a:stretch>
            <a:fillRect/>
          </a:stretch>
        </p:blipFill>
        <p:spPr>
          <a:xfrm>
            <a:off x="2948349" y="1839091"/>
            <a:ext cx="645459" cy="645201"/>
          </a:xfrm>
          <a:prstGeom prst="rect">
            <a:avLst/>
          </a:prstGeom>
          <a:noFill/>
          <a:ln>
            <a:noFill/>
          </a:ln>
        </p:spPr>
      </p:pic>
      <p:pic>
        <p:nvPicPr>
          <p:cNvPr id="336" name="Google Shape;336;p42"/>
          <p:cNvPicPr preferRelativeResize="0"/>
          <p:nvPr/>
        </p:nvPicPr>
        <p:blipFill>
          <a:blip r:embed="rId52">
            <a:alphaModFix/>
          </a:blip>
          <a:stretch>
            <a:fillRect/>
          </a:stretch>
        </p:blipFill>
        <p:spPr>
          <a:xfrm>
            <a:off x="2290742" y="1839091"/>
            <a:ext cx="645459" cy="645201"/>
          </a:xfrm>
          <a:prstGeom prst="rect">
            <a:avLst/>
          </a:prstGeom>
          <a:noFill/>
          <a:ln>
            <a:noFill/>
          </a:ln>
        </p:spPr>
      </p:pic>
      <p:pic>
        <p:nvPicPr>
          <p:cNvPr id="337" name="Google Shape;337;p42"/>
          <p:cNvPicPr preferRelativeResize="0"/>
          <p:nvPr/>
        </p:nvPicPr>
        <p:blipFill>
          <a:blip r:embed="rId53">
            <a:alphaModFix/>
          </a:blip>
          <a:stretch>
            <a:fillRect/>
          </a:stretch>
        </p:blipFill>
        <p:spPr>
          <a:xfrm>
            <a:off x="975527" y="1839091"/>
            <a:ext cx="645459" cy="645201"/>
          </a:xfrm>
          <a:prstGeom prst="rect">
            <a:avLst/>
          </a:prstGeom>
          <a:noFill/>
          <a:ln>
            <a:noFill/>
          </a:ln>
        </p:spPr>
      </p:pic>
      <p:pic>
        <p:nvPicPr>
          <p:cNvPr id="338" name="Google Shape;338;p42"/>
          <p:cNvPicPr preferRelativeResize="0"/>
          <p:nvPr/>
        </p:nvPicPr>
        <p:blipFill>
          <a:blip r:embed="rId54">
            <a:alphaModFix/>
          </a:blip>
          <a:stretch>
            <a:fillRect/>
          </a:stretch>
        </p:blipFill>
        <p:spPr>
          <a:xfrm>
            <a:off x="317920" y="1839091"/>
            <a:ext cx="645459" cy="645201"/>
          </a:xfrm>
          <a:prstGeom prst="rect">
            <a:avLst/>
          </a:prstGeom>
          <a:noFill/>
          <a:ln>
            <a:noFill/>
          </a:ln>
        </p:spPr>
      </p:pic>
      <p:pic>
        <p:nvPicPr>
          <p:cNvPr id="339" name="Google Shape;339;p42"/>
          <p:cNvPicPr preferRelativeResize="0"/>
          <p:nvPr/>
        </p:nvPicPr>
        <p:blipFill>
          <a:blip r:embed="rId55">
            <a:alphaModFix/>
          </a:blip>
          <a:stretch>
            <a:fillRect/>
          </a:stretch>
        </p:blipFill>
        <p:spPr>
          <a:xfrm>
            <a:off x="7596712" y="969629"/>
            <a:ext cx="645459" cy="645201"/>
          </a:xfrm>
          <a:prstGeom prst="rect">
            <a:avLst/>
          </a:prstGeom>
          <a:noFill/>
          <a:ln>
            <a:noFill/>
          </a:ln>
        </p:spPr>
      </p:pic>
      <p:pic>
        <p:nvPicPr>
          <p:cNvPr id="340" name="Google Shape;340;p42"/>
          <p:cNvPicPr preferRelativeResize="0"/>
          <p:nvPr/>
        </p:nvPicPr>
        <p:blipFill>
          <a:blip r:embed="rId56">
            <a:alphaModFix/>
          </a:blip>
          <a:stretch>
            <a:fillRect/>
          </a:stretch>
        </p:blipFill>
        <p:spPr>
          <a:xfrm>
            <a:off x="3605956" y="1839091"/>
            <a:ext cx="645459" cy="645201"/>
          </a:xfrm>
          <a:prstGeom prst="rect">
            <a:avLst/>
          </a:prstGeom>
          <a:noFill/>
          <a:ln>
            <a:noFill/>
          </a:ln>
        </p:spPr>
      </p:pic>
      <p:pic>
        <p:nvPicPr>
          <p:cNvPr id="341" name="Google Shape;341;p42"/>
          <p:cNvPicPr preferRelativeResize="0"/>
          <p:nvPr/>
        </p:nvPicPr>
        <p:blipFill>
          <a:blip r:embed="rId57">
            <a:alphaModFix/>
          </a:blip>
          <a:stretch>
            <a:fillRect/>
          </a:stretch>
        </p:blipFill>
        <p:spPr>
          <a:xfrm>
            <a:off x="6927004" y="969629"/>
            <a:ext cx="645459" cy="645201"/>
          </a:xfrm>
          <a:prstGeom prst="rect">
            <a:avLst/>
          </a:prstGeom>
          <a:noFill/>
          <a:ln>
            <a:noFill/>
          </a:ln>
        </p:spPr>
      </p:pic>
      <p:pic>
        <p:nvPicPr>
          <p:cNvPr id="342" name="Google Shape;342;p42"/>
          <p:cNvPicPr preferRelativeResize="0"/>
          <p:nvPr/>
        </p:nvPicPr>
        <p:blipFill>
          <a:blip r:embed="rId58">
            <a:alphaModFix/>
          </a:blip>
          <a:stretch>
            <a:fillRect/>
          </a:stretch>
        </p:blipFill>
        <p:spPr>
          <a:xfrm>
            <a:off x="6257296" y="969629"/>
            <a:ext cx="645459" cy="645201"/>
          </a:xfrm>
          <a:prstGeom prst="rect">
            <a:avLst/>
          </a:prstGeom>
          <a:noFill/>
          <a:ln>
            <a:noFill/>
          </a:ln>
        </p:spPr>
      </p:pic>
      <p:pic>
        <p:nvPicPr>
          <p:cNvPr id="343" name="Google Shape;343;p42"/>
          <p:cNvPicPr preferRelativeResize="0"/>
          <p:nvPr/>
        </p:nvPicPr>
        <p:blipFill>
          <a:blip r:embed="rId59">
            <a:alphaModFix/>
          </a:blip>
          <a:stretch>
            <a:fillRect/>
          </a:stretch>
        </p:blipFill>
        <p:spPr>
          <a:xfrm>
            <a:off x="5587588" y="969629"/>
            <a:ext cx="645459" cy="645201"/>
          </a:xfrm>
          <a:prstGeom prst="rect">
            <a:avLst/>
          </a:prstGeom>
          <a:noFill/>
          <a:ln>
            <a:noFill/>
          </a:ln>
        </p:spPr>
      </p:pic>
      <p:pic>
        <p:nvPicPr>
          <p:cNvPr id="344" name="Google Shape;344;p42"/>
          <p:cNvPicPr preferRelativeResize="0"/>
          <p:nvPr/>
        </p:nvPicPr>
        <p:blipFill>
          <a:blip r:embed="rId60">
            <a:alphaModFix/>
          </a:blip>
          <a:stretch>
            <a:fillRect/>
          </a:stretch>
        </p:blipFill>
        <p:spPr>
          <a:xfrm>
            <a:off x="4917880" y="969629"/>
            <a:ext cx="645459" cy="645201"/>
          </a:xfrm>
          <a:prstGeom prst="rect">
            <a:avLst/>
          </a:prstGeom>
          <a:noFill/>
          <a:ln>
            <a:noFill/>
          </a:ln>
        </p:spPr>
      </p:pic>
      <p:pic>
        <p:nvPicPr>
          <p:cNvPr id="345" name="Google Shape;345;p42"/>
          <p:cNvPicPr preferRelativeResize="0"/>
          <p:nvPr/>
        </p:nvPicPr>
        <p:blipFill>
          <a:blip r:embed="rId61">
            <a:alphaModFix/>
          </a:blip>
          <a:stretch>
            <a:fillRect/>
          </a:stretch>
        </p:blipFill>
        <p:spPr>
          <a:xfrm>
            <a:off x="4248172" y="969629"/>
            <a:ext cx="645459" cy="645201"/>
          </a:xfrm>
          <a:prstGeom prst="rect">
            <a:avLst/>
          </a:prstGeom>
          <a:noFill/>
          <a:ln>
            <a:noFill/>
          </a:ln>
        </p:spPr>
      </p:pic>
      <p:pic>
        <p:nvPicPr>
          <p:cNvPr id="346" name="Google Shape;346;p42"/>
          <p:cNvPicPr preferRelativeResize="0"/>
          <p:nvPr/>
        </p:nvPicPr>
        <p:blipFill>
          <a:blip r:embed="rId62">
            <a:alphaModFix/>
          </a:blip>
          <a:stretch>
            <a:fillRect/>
          </a:stretch>
        </p:blipFill>
        <p:spPr>
          <a:xfrm>
            <a:off x="3578464" y="969629"/>
            <a:ext cx="645459" cy="645201"/>
          </a:xfrm>
          <a:prstGeom prst="rect">
            <a:avLst/>
          </a:prstGeom>
          <a:noFill/>
          <a:ln>
            <a:noFill/>
          </a:ln>
        </p:spPr>
      </p:pic>
      <p:pic>
        <p:nvPicPr>
          <p:cNvPr id="347" name="Google Shape;347;p42"/>
          <p:cNvPicPr preferRelativeResize="0"/>
          <p:nvPr/>
        </p:nvPicPr>
        <p:blipFill>
          <a:blip r:embed="rId63">
            <a:alphaModFix/>
          </a:blip>
          <a:stretch>
            <a:fillRect/>
          </a:stretch>
        </p:blipFill>
        <p:spPr>
          <a:xfrm>
            <a:off x="2908757" y="969629"/>
            <a:ext cx="645459" cy="645201"/>
          </a:xfrm>
          <a:prstGeom prst="rect">
            <a:avLst/>
          </a:prstGeom>
          <a:noFill/>
          <a:ln>
            <a:noFill/>
          </a:ln>
        </p:spPr>
      </p:pic>
      <p:pic>
        <p:nvPicPr>
          <p:cNvPr id="348" name="Google Shape;348;p42"/>
          <p:cNvPicPr preferRelativeResize="0"/>
          <p:nvPr/>
        </p:nvPicPr>
        <p:blipFill>
          <a:blip r:embed="rId64">
            <a:alphaModFix/>
          </a:blip>
          <a:stretch>
            <a:fillRect/>
          </a:stretch>
        </p:blipFill>
        <p:spPr>
          <a:xfrm>
            <a:off x="2239049" y="969629"/>
            <a:ext cx="645459" cy="645201"/>
          </a:xfrm>
          <a:prstGeom prst="rect">
            <a:avLst/>
          </a:prstGeom>
          <a:noFill/>
          <a:ln>
            <a:noFill/>
          </a:ln>
        </p:spPr>
      </p:pic>
      <p:pic>
        <p:nvPicPr>
          <p:cNvPr id="349" name="Google Shape;349;p42"/>
          <p:cNvPicPr preferRelativeResize="0"/>
          <p:nvPr/>
        </p:nvPicPr>
        <p:blipFill>
          <a:blip r:embed="rId65">
            <a:alphaModFix/>
          </a:blip>
          <a:stretch>
            <a:fillRect/>
          </a:stretch>
        </p:blipFill>
        <p:spPr>
          <a:xfrm>
            <a:off x="5578778" y="1839091"/>
            <a:ext cx="645459" cy="645201"/>
          </a:xfrm>
          <a:prstGeom prst="rect">
            <a:avLst/>
          </a:prstGeom>
          <a:noFill/>
          <a:ln>
            <a:noFill/>
          </a:ln>
        </p:spPr>
      </p:pic>
      <p:pic>
        <p:nvPicPr>
          <p:cNvPr id="350" name="Google Shape;350;p42"/>
          <p:cNvPicPr preferRelativeResize="0"/>
          <p:nvPr/>
        </p:nvPicPr>
        <p:blipFill>
          <a:blip r:embed="rId66">
            <a:alphaModFix/>
          </a:blip>
          <a:stretch>
            <a:fillRect/>
          </a:stretch>
        </p:blipFill>
        <p:spPr>
          <a:xfrm>
            <a:off x="6236385" y="1839091"/>
            <a:ext cx="645459" cy="645201"/>
          </a:xfrm>
          <a:prstGeom prst="rect">
            <a:avLst/>
          </a:prstGeom>
          <a:noFill/>
          <a:ln>
            <a:noFill/>
          </a:ln>
        </p:spPr>
      </p:pic>
      <p:pic>
        <p:nvPicPr>
          <p:cNvPr id="351" name="Google Shape;351;p42"/>
          <p:cNvPicPr preferRelativeResize="0"/>
          <p:nvPr/>
        </p:nvPicPr>
        <p:blipFill>
          <a:blip r:embed="rId67">
            <a:alphaModFix/>
          </a:blip>
          <a:stretch>
            <a:fillRect/>
          </a:stretch>
        </p:blipFill>
        <p:spPr>
          <a:xfrm>
            <a:off x="6893993" y="1839091"/>
            <a:ext cx="645459" cy="645201"/>
          </a:xfrm>
          <a:prstGeom prst="rect">
            <a:avLst/>
          </a:prstGeom>
          <a:noFill/>
          <a:ln>
            <a:noFill/>
          </a:ln>
        </p:spPr>
      </p:pic>
      <p:pic>
        <p:nvPicPr>
          <p:cNvPr id="352" name="Google Shape;352;p42"/>
          <p:cNvPicPr preferRelativeResize="0"/>
          <p:nvPr/>
        </p:nvPicPr>
        <p:blipFill>
          <a:blip r:embed="rId68">
            <a:alphaModFix/>
          </a:blip>
          <a:stretch>
            <a:fillRect/>
          </a:stretch>
        </p:blipFill>
        <p:spPr>
          <a:xfrm>
            <a:off x="7551600" y="1839091"/>
            <a:ext cx="645459" cy="64520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356"/>
        <p:cNvGrpSpPr/>
        <p:nvPr/>
      </p:nvGrpSpPr>
      <p:grpSpPr>
        <a:xfrm>
          <a:off x="0" y="0"/>
          <a:ext cx="0" cy="0"/>
          <a:chOff x="0" y="0"/>
          <a:chExt cx="0" cy="0"/>
        </a:xfrm>
      </p:grpSpPr>
      <p:sp>
        <p:nvSpPr>
          <p:cNvPr id="357" name="Google Shape;357;p43"/>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358" name="Google Shape;358;p43"/>
          <p:cNvPicPr preferRelativeResize="0"/>
          <p:nvPr/>
        </p:nvPicPr>
        <p:blipFill>
          <a:blip r:embed="rId3">
            <a:alphaModFix/>
          </a:blip>
          <a:stretch>
            <a:fillRect/>
          </a:stretch>
        </p:blipFill>
        <p:spPr>
          <a:xfrm>
            <a:off x="3733893" y="4246685"/>
            <a:ext cx="645459" cy="645201"/>
          </a:xfrm>
          <a:prstGeom prst="rect">
            <a:avLst/>
          </a:prstGeom>
          <a:noFill/>
          <a:ln>
            <a:noFill/>
          </a:ln>
        </p:spPr>
      </p:pic>
      <p:pic>
        <p:nvPicPr>
          <p:cNvPr id="359" name="Google Shape;359;p43"/>
          <p:cNvPicPr preferRelativeResize="0"/>
          <p:nvPr/>
        </p:nvPicPr>
        <p:blipFill>
          <a:blip r:embed="rId4">
            <a:alphaModFix/>
          </a:blip>
          <a:stretch>
            <a:fillRect/>
          </a:stretch>
        </p:blipFill>
        <p:spPr>
          <a:xfrm>
            <a:off x="2331773" y="4246685"/>
            <a:ext cx="645459" cy="645201"/>
          </a:xfrm>
          <a:prstGeom prst="rect">
            <a:avLst/>
          </a:prstGeom>
          <a:noFill/>
          <a:ln>
            <a:noFill/>
          </a:ln>
        </p:spPr>
      </p:pic>
      <p:pic>
        <p:nvPicPr>
          <p:cNvPr id="360" name="Google Shape;360;p43"/>
          <p:cNvPicPr preferRelativeResize="0"/>
          <p:nvPr/>
        </p:nvPicPr>
        <p:blipFill>
          <a:blip r:embed="rId5">
            <a:alphaModFix/>
          </a:blip>
          <a:stretch>
            <a:fillRect/>
          </a:stretch>
        </p:blipFill>
        <p:spPr>
          <a:xfrm>
            <a:off x="1630713" y="4246685"/>
            <a:ext cx="645459" cy="645201"/>
          </a:xfrm>
          <a:prstGeom prst="rect">
            <a:avLst/>
          </a:prstGeom>
          <a:noFill/>
          <a:ln>
            <a:noFill/>
          </a:ln>
        </p:spPr>
      </p:pic>
      <p:pic>
        <p:nvPicPr>
          <p:cNvPr id="361" name="Google Shape;361;p43"/>
          <p:cNvPicPr preferRelativeResize="0"/>
          <p:nvPr/>
        </p:nvPicPr>
        <p:blipFill>
          <a:blip r:embed="rId6">
            <a:alphaModFix/>
          </a:blip>
          <a:stretch>
            <a:fillRect/>
          </a:stretch>
        </p:blipFill>
        <p:spPr>
          <a:xfrm>
            <a:off x="929653" y="4246685"/>
            <a:ext cx="645459" cy="645201"/>
          </a:xfrm>
          <a:prstGeom prst="rect">
            <a:avLst/>
          </a:prstGeom>
          <a:noFill/>
          <a:ln>
            <a:noFill/>
          </a:ln>
        </p:spPr>
      </p:pic>
      <p:pic>
        <p:nvPicPr>
          <p:cNvPr id="362" name="Google Shape;362;p43"/>
          <p:cNvPicPr preferRelativeResize="0"/>
          <p:nvPr/>
        </p:nvPicPr>
        <p:blipFill>
          <a:blip r:embed="rId7">
            <a:alphaModFix/>
          </a:blip>
          <a:stretch>
            <a:fillRect/>
          </a:stretch>
        </p:blipFill>
        <p:spPr>
          <a:xfrm>
            <a:off x="228593" y="4246685"/>
            <a:ext cx="645459" cy="645201"/>
          </a:xfrm>
          <a:prstGeom prst="rect">
            <a:avLst/>
          </a:prstGeom>
          <a:noFill/>
          <a:ln>
            <a:noFill/>
          </a:ln>
        </p:spPr>
      </p:pic>
      <p:pic>
        <p:nvPicPr>
          <p:cNvPr id="363" name="Google Shape;363;p43"/>
          <p:cNvPicPr preferRelativeResize="0"/>
          <p:nvPr/>
        </p:nvPicPr>
        <p:blipFill>
          <a:blip r:embed="rId8">
            <a:alphaModFix/>
          </a:blip>
          <a:stretch>
            <a:fillRect/>
          </a:stretch>
        </p:blipFill>
        <p:spPr>
          <a:xfrm>
            <a:off x="8248114" y="3490767"/>
            <a:ext cx="645459" cy="645201"/>
          </a:xfrm>
          <a:prstGeom prst="rect">
            <a:avLst/>
          </a:prstGeom>
          <a:noFill/>
          <a:ln>
            <a:noFill/>
          </a:ln>
        </p:spPr>
      </p:pic>
      <p:pic>
        <p:nvPicPr>
          <p:cNvPr id="364" name="Google Shape;364;p43"/>
          <p:cNvPicPr preferRelativeResize="0"/>
          <p:nvPr/>
        </p:nvPicPr>
        <p:blipFill>
          <a:blip r:embed="rId9">
            <a:alphaModFix/>
          </a:blip>
          <a:stretch>
            <a:fillRect/>
          </a:stretch>
        </p:blipFill>
        <p:spPr>
          <a:xfrm>
            <a:off x="7579821" y="3490767"/>
            <a:ext cx="645459" cy="645201"/>
          </a:xfrm>
          <a:prstGeom prst="rect">
            <a:avLst/>
          </a:prstGeom>
          <a:noFill/>
          <a:ln>
            <a:noFill/>
          </a:ln>
        </p:spPr>
      </p:pic>
      <p:pic>
        <p:nvPicPr>
          <p:cNvPr id="365" name="Google Shape;365;p43"/>
          <p:cNvPicPr preferRelativeResize="0"/>
          <p:nvPr/>
        </p:nvPicPr>
        <p:blipFill>
          <a:blip r:embed="rId10">
            <a:alphaModFix/>
          </a:blip>
          <a:stretch>
            <a:fillRect/>
          </a:stretch>
        </p:blipFill>
        <p:spPr>
          <a:xfrm>
            <a:off x="6911528" y="3490767"/>
            <a:ext cx="645459" cy="645201"/>
          </a:xfrm>
          <a:prstGeom prst="rect">
            <a:avLst/>
          </a:prstGeom>
          <a:noFill/>
          <a:ln>
            <a:noFill/>
          </a:ln>
        </p:spPr>
      </p:pic>
      <p:pic>
        <p:nvPicPr>
          <p:cNvPr id="366" name="Google Shape;366;p43"/>
          <p:cNvPicPr preferRelativeResize="0"/>
          <p:nvPr/>
        </p:nvPicPr>
        <p:blipFill>
          <a:blip r:embed="rId11">
            <a:alphaModFix/>
          </a:blip>
          <a:stretch>
            <a:fillRect/>
          </a:stretch>
        </p:blipFill>
        <p:spPr>
          <a:xfrm>
            <a:off x="6243235" y="3490767"/>
            <a:ext cx="645459" cy="645201"/>
          </a:xfrm>
          <a:prstGeom prst="rect">
            <a:avLst/>
          </a:prstGeom>
          <a:noFill/>
          <a:ln>
            <a:noFill/>
          </a:ln>
        </p:spPr>
      </p:pic>
      <p:pic>
        <p:nvPicPr>
          <p:cNvPr id="367" name="Google Shape;367;p43"/>
          <p:cNvPicPr preferRelativeResize="0"/>
          <p:nvPr/>
        </p:nvPicPr>
        <p:blipFill>
          <a:blip r:embed="rId12">
            <a:alphaModFix/>
          </a:blip>
          <a:stretch>
            <a:fillRect/>
          </a:stretch>
        </p:blipFill>
        <p:spPr>
          <a:xfrm>
            <a:off x="5574942" y="3490767"/>
            <a:ext cx="645459" cy="645201"/>
          </a:xfrm>
          <a:prstGeom prst="rect">
            <a:avLst/>
          </a:prstGeom>
          <a:noFill/>
          <a:ln>
            <a:noFill/>
          </a:ln>
        </p:spPr>
      </p:pic>
      <p:pic>
        <p:nvPicPr>
          <p:cNvPr id="368" name="Google Shape;368;p43"/>
          <p:cNvPicPr preferRelativeResize="0"/>
          <p:nvPr/>
        </p:nvPicPr>
        <p:blipFill>
          <a:blip r:embed="rId13">
            <a:alphaModFix/>
          </a:blip>
          <a:stretch>
            <a:fillRect/>
          </a:stretch>
        </p:blipFill>
        <p:spPr>
          <a:xfrm>
            <a:off x="4906649" y="3490767"/>
            <a:ext cx="645459" cy="645201"/>
          </a:xfrm>
          <a:prstGeom prst="rect">
            <a:avLst/>
          </a:prstGeom>
          <a:noFill/>
          <a:ln>
            <a:noFill/>
          </a:ln>
        </p:spPr>
      </p:pic>
      <p:pic>
        <p:nvPicPr>
          <p:cNvPr id="369" name="Google Shape;369;p43"/>
          <p:cNvPicPr preferRelativeResize="0"/>
          <p:nvPr/>
        </p:nvPicPr>
        <p:blipFill>
          <a:blip r:embed="rId14">
            <a:alphaModFix/>
          </a:blip>
          <a:stretch>
            <a:fillRect/>
          </a:stretch>
        </p:blipFill>
        <p:spPr>
          <a:xfrm>
            <a:off x="4238356" y="3490767"/>
            <a:ext cx="645459" cy="645201"/>
          </a:xfrm>
          <a:prstGeom prst="rect">
            <a:avLst/>
          </a:prstGeom>
          <a:noFill/>
          <a:ln>
            <a:noFill/>
          </a:ln>
        </p:spPr>
      </p:pic>
      <p:pic>
        <p:nvPicPr>
          <p:cNvPr id="370" name="Google Shape;370;p43"/>
          <p:cNvPicPr preferRelativeResize="0"/>
          <p:nvPr/>
        </p:nvPicPr>
        <p:blipFill>
          <a:blip r:embed="rId15">
            <a:alphaModFix/>
          </a:blip>
          <a:stretch>
            <a:fillRect/>
          </a:stretch>
        </p:blipFill>
        <p:spPr>
          <a:xfrm>
            <a:off x="3570063" y="3490767"/>
            <a:ext cx="645459" cy="645201"/>
          </a:xfrm>
          <a:prstGeom prst="rect">
            <a:avLst/>
          </a:prstGeom>
          <a:noFill/>
          <a:ln>
            <a:noFill/>
          </a:ln>
        </p:spPr>
      </p:pic>
      <p:pic>
        <p:nvPicPr>
          <p:cNvPr id="371" name="Google Shape;371;p43"/>
          <p:cNvPicPr preferRelativeResize="0"/>
          <p:nvPr/>
        </p:nvPicPr>
        <p:blipFill>
          <a:blip r:embed="rId16">
            <a:alphaModFix/>
          </a:blip>
          <a:stretch>
            <a:fillRect/>
          </a:stretch>
        </p:blipFill>
        <p:spPr>
          <a:xfrm>
            <a:off x="2901771" y="3490767"/>
            <a:ext cx="645459" cy="645201"/>
          </a:xfrm>
          <a:prstGeom prst="rect">
            <a:avLst/>
          </a:prstGeom>
          <a:noFill/>
          <a:ln>
            <a:noFill/>
          </a:ln>
        </p:spPr>
      </p:pic>
      <p:pic>
        <p:nvPicPr>
          <p:cNvPr id="372" name="Google Shape;372;p43"/>
          <p:cNvPicPr preferRelativeResize="0"/>
          <p:nvPr/>
        </p:nvPicPr>
        <p:blipFill>
          <a:blip r:embed="rId17">
            <a:alphaModFix/>
          </a:blip>
          <a:stretch>
            <a:fillRect/>
          </a:stretch>
        </p:blipFill>
        <p:spPr>
          <a:xfrm>
            <a:off x="2233478" y="3490767"/>
            <a:ext cx="645459" cy="645201"/>
          </a:xfrm>
          <a:prstGeom prst="rect">
            <a:avLst/>
          </a:prstGeom>
          <a:noFill/>
          <a:ln>
            <a:noFill/>
          </a:ln>
        </p:spPr>
      </p:pic>
      <p:pic>
        <p:nvPicPr>
          <p:cNvPr id="373" name="Google Shape;373;p43"/>
          <p:cNvPicPr preferRelativeResize="0"/>
          <p:nvPr/>
        </p:nvPicPr>
        <p:blipFill>
          <a:blip r:embed="rId18">
            <a:alphaModFix/>
          </a:blip>
          <a:stretch>
            <a:fillRect/>
          </a:stretch>
        </p:blipFill>
        <p:spPr>
          <a:xfrm>
            <a:off x="1565185" y="3490767"/>
            <a:ext cx="645459" cy="645201"/>
          </a:xfrm>
          <a:prstGeom prst="rect">
            <a:avLst/>
          </a:prstGeom>
          <a:noFill/>
          <a:ln>
            <a:noFill/>
          </a:ln>
        </p:spPr>
      </p:pic>
      <p:pic>
        <p:nvPicPr>
          <p:cNvPr id="374" name="Google Shape;374;p43"/>
          <p:cNvPicPr preferRelativeResize="0"/>
          <p:nvPr/>
        </p:nvPicPr>
        <p:blipFill>
          <a:blip r:embed="rId19">
            <a:alphaModFix/>
          </a:blip>
          <a:stretch>
            <a:fillRect/>
          </a:stretch>
        </p:blipFill>
        <p:spPr>
          <a:xfrm>
            <a:off x="896892" y="3490767"/>
            <a:ext cx="645459" cy="645201"/>
          </a:xfrm>
          <a:prstGeom prst="rect">
            <a:avLst/>
          </a:prstGeom>
          <a:noFill/>
          <a:ln>
            <a:noFill/>
          </a:ln>
        </p:spPr>
      </p:pic>
      <p:pic>
        <p:nvPicPr>
          <p:cNvPr id="375" name="Google Shape;375;p43"/>
          <p:cNvPicPr preferRelativeResize="0"/>
          <p:nvPr/>
        </p:nvPicPr>
        <p:blipFill>
          <a:blip r:embed="rId20">
            <a:alphaModFix/>
          </a:blip>
          <a:stretch>
            <a:fillRect/>
          </a:stretch>
        </p:blipFill>
        <p:spPr>
          <a:xfrm>
            <a:off x="228599" y="3490767"/>
            <a:ext cx="645459" cy="645201"/>
          </a:xfrm>
          <a:prstGeom prst="rect">
            <a:avLst/>
          </a:prstGeom>
          <a:noFill/>
          <a:ln>
            <a:noFill/>
          </a:ln>
        </p:spPr>
      </p:pic>
      <p:pic>
        <p:nvPicPr>
          <p:cNvPr id="376" name="Google Shape;376;p43"/>
          <p:cNvPicPr preferRelativeResize="0"/>
          <p:nvPr/>
        </p:nvPicPr>
        <p:blipFill>
          <a:blip r:embed="rId21">
            <a:alphaModFix/>
          </a:blip>
          <a:stretch>
            <a:fillRect/>
          </a:stretch>
        </p:blipFill>
        <p:spPr>
          <a:xfrm>
            <a:off x="8363620" y="2757879"/>
            <a:ext cx="645459" cy="645201"/>
          </a:xfrm>
          <a:prstGeom prst="rect">
            <a:avLst/>
          </a:prstGeom>
          <a:noFill/>
          <a:ln>
            <a:noFill/>
          </a:ln>
        </p:spPr>
      </p:pic>
      <p:pic>
        <p:nvPicPr>
          <p:cNvPr id="377" name="Google Shape;377;p43"/>
          <p:cNvPicPr preferRelativeResize="0"/>
          <p:nvPr/>
        </p:nvPicPr>
        <p:blipFill>
          <a:blip r:embed="rId22">
            <a:alphaModFix/>
          </a:blip>
          <a:stretch>
            <a:fillRect/>
          </a:stretch>
        </p:blipFill>
        <p:spPr>
          <a:xfrm>
            <a:off x="7686965" y="2757879"/>
            <a:ext cx="645459" cy="645201"/>
          </a:xfrm>
          <a:prstGeom prst="rect">
            <a:avLst/>
          </a:prstGeom>
          <a:noFill/>
          <a:ln>
            <a:noFill/>
          </a:ln>
        </p:spPr>
      </p:pic>
      <p:pic>
        <p:nvPicPr>
          <p:cNvPr id="378" name="Google Shape;378;p43"/>
          <p:cNvPicPr preferRelativeResize="0"/>
          <p:nvPr/>
        </p:nvPicPr>
        <p:blipFill>
          <a:blip r:embed="rId23">
            <a:alphaModFix/>
          </a:blip>
          <a:stretch>
            <a:fillRect/>
          </a:stretch>
        </p:blipFill>
        <p:spPr>
          <a:xfrm>
            <a:off x="7010311" y="2757879"/>
            <a:ext cx="645459" cy="645201"/>
          </a:xfrm>
          <a:prstGeom prst="rect">
            <a:avLst/>
          </a:prstGeom>
          <a:noFill/>
          <a:ln>
            <a:noFill/>
          </a:ln>
        </p:spPr>
      </p:pic>
      <p:pic>
        <p:nvPicPr>
          <p:cNvPr id="379" name="Google Shape;379;p43"/>
          <p:cNvPicPr preferRelativeResize="0"/>
          <p:nvPr/>
        </p:nvPicPr>
        <p:blipFill>
          <a:blip r:embed="rId24">
            <a:alphaModFix/>
          </a:blip>
          <a:stretch>
            <a:fillRect/>
          </a:stretch>
        </p:blipFill>
        <p:spPr>
          <a:xfrm>
            <a:off x="6333656" y="2757879"/>
            <a:ext cx="645459" cy="645201"/>
          </a:xfrm>
          <a:prstGeom prst="rect">
            <a:avLst/>
          </a:prstGeom>
          <a:noFill/>
          <a:ln>
            <a:noFill/>
          </a:ln>
        </p:spPr>
      </p:pic>
      <p:pic>
        <p:nvPicPr>
          <p:cNvPr id="380" name="Google Shape;380;p43"/>
          <p:cNvPicPr preferRelativeResize="0"/>
          <p:nvPr/>
        </p:nvPicPr>
        <p:blipFill>
          <a:blip r:embed="rId25">
            <a:alphaModFix/>
          </a:blip>
          <a:stretch>
            <a:fillRect/>
          </a:stretch>
        </p:blipFill>
        <p:spPr>
          <a:xfrm>
            <a:off x="5657002" y="2757879"/>
            <a:ext cx="645459" cy="645201"/>
          </a:xfrm>
          <a:prstGeom prst="rect">
            <a:avLst/>
          </a:prstGeom>
          <a:noFill/>
          <a:ln>
            <a:noFill/>
          </a:ln>
        </p:spPr>
      </p:pic>
      <p:pic>
        <p:nvPicPr>
          <p:cNvPr id="381" name="Google Shape;381;p43"/>
          <p:cNvPicPr preferRelativeResize="0"/>
          <p:nvPr/>
        </p:nvPicPr>
        <p:blipFill>
          <a:blip r:embed="rId26">
            <a:alphaModFix/>
          </a:blip>
          <a:stretch>
            <a:fillRect/>
          </a:stretch>
        </p:blipFill>
        <p:spPr>
          <a:xfrm>
            <a:off x="4980348" y="2757879"/>
            <a:ext cx="645459" cy="645201"/>
          </a:xfrm>
          <a:prstGeom prst="rect">
            <a:avLst/>
          </a:prstGeom>
          <a:noFill/>
          <a:ln>
            <a:noFill/>
          </a:ln>
        </p:spPr>
      </p:pic>
      <p:pic>
        <p:nvPicPr>
          <p:cNvPr id="382" name="Google Shape;382;p43"/>
          <p:cNvPicPr preferRelativeResize="0"/>
          <p:nvPr/>
        </p:nvPicPr>
        <p:blipFill>
          <a:blip r:embed="rId27">
            <a:alphaModFix/>
          </a:blip>
          <a:stretch>
            <a:fillRect/>
          </a:stretch>
        </p:blipFill>
        <p:spPr>
          <a:xfrm>
            <a:off x="4303693" y="2757879"/>
            <a:ext cx="645459" cy="645201"/>
          </a:xfrm>
          <a:prstGeom prst="rect">
            <a:avLst/>
          </a:prstGeom>
          <a:noFill/>
          <a:ln>
            <a:noFill/>
          </a:ln>
        </p:spPr>
      </p:pic>
      <p:pic>
        <p:nvPicPr>
          <p:cNvPr id="383" name="Google Shape;383;p43"/>
          <p:cNvPicPr preferRelativeResize="0"/>
          <p:nvPr/>
        </p:nvPicPr>
        <p:blipFill>
          <a:blip r:embed="rId28">
            <a:alphaModFix/>
          </a:blip>
          <a:stretch>
            <a:fillRect/>
          </a:stretch>
        </p:blipFill>
        <p:spPr>
          <a:xfrm>
            <a:off x="3627039" y="2757879"/>
            <a:ext cx="645459" cy="645201"/>
          </a:xfrm>
          <a:prstGeom prst="rect">
            <a:avLst/>
          </a:prstGeom>
          <a:noFill/>
          <a:ln>
            <a:noFill/>
          </a:ln>
        </p:spPr>
      </p:pic>
      <p:pic>
        <p:nvPicPr>
          <p:cNvPr id="384" name="Google Shape;384;p43"/>
          <p:cNvPicPr preferRelativeResize="0"/>
          <p:nvPr/>
        </p:nvPicPr>
        <p:blipFill>
          <a:blip r:embed="rId29">
            <a:alphaModFix/>
          </a:blip>
          <a:stretch>
            <a:fillRect/>
          </a:stretch>
        </p:blipFill>
        <p:spPr>
          <a:xfrm>
            <a:off x="2950384" y="2757879"/>
            <a:ext cx="645459" cy="645201"/>
          </a:xfrm>
          <a:prstGeom prst="rect">
            <a:avLst/>
          </a:prstGeom>
          <a:noFill/>
          <a:ln>
            <a:noFill/>
          </a:ln>
        </p:spPr>
      </p:pic>
      <p:pic>
        <p:nvPicPr>
          <p:cNvPr id="385" name="Google Shape;385;p43"/>
          <p:cNvPicPr preferRelativeResize="0"/>
          <p:nvPr/>
        </p:nvPicPr>
        <p:blipFill>
          <a:blip r:embed="rId30">
            <a:alphaModFix/>
          </a:blip>
          <a:stretch>
            <a:fillRect/>
          </a:stretch>
        </p:blipFill>
        <p:spPr>
          <a:xfrm>
            <a:off x="2273730" y="2757879"/>
            <a:ext cx="645459" cy="645201"/>
          </a:xfrm>
          <a:prstGeom prst="rect">
            <a:avLst/>
          </a:prstGeom>
          <a:noFill/>
          <a:ln>
            <a:noFill/>
          </a:ln>
        </p:spPr>
      </p:pic>
      <p:pic>
        <p:nvPicPr>
          <p:cNvPr id="386" name="Google Shape;386;p43"/>
          <p:cNvPicPr preferRelativeResize="0"/>
          <p:nvPr/>
        </p:nvPicPr>
        <p:blipFill>
          <a:blip r:embed="rId31">
            <a:alphaModFix/>
          </a:blip>
          <a:stretch>
            <a:fillRect/>
          </a:stretch>
        </p:blipFill>
        <p:spPr>
          <a:xfrm>
            <a:off x="1597076" y="2757879"/>
            <a:ext cx="645459" cy="645201"/>
          </a:xfrm>
          <a:prstGeom prst="rect">
            <a:avLst/>
          </a:prstGeom>
          <a:noFill/>
          <a:ln>
            <a:noFill/>
          </a:ln>
        </p:spPr>
      </p:pic>
      <p:pic>
        <p:nvPicPr>
          <p:cNvPr id="387" name="Google Shape;387;p43"/>
          <p:cNvPicPr preferRelativeResize="0"/>
          <p:nvPr/>
        </p:nvPicPr>
        <p:blipFill>
          <a:blip r:embed="rId32">
            <a:alphaModFix/>
          </a:blip>
          <a:stretch>
            <a:fillRect/>
          </a:stretch>
        </p:blipFill>
        <p:spPr>
          <a:xfrm>
            <a:off x="920421" y="2757879"/>
            <a:ext cx="645459" cy="645201"/>
          </a:xfrm>
          <a:prstGeom prst="rect">
            <a:avLst/>
          </a:prstGeom>
          <a:noFill/>
          <a:ln>
            <a:noFill/>
          </a:ln>
        </p:spPr>
      </p:pic>
      <p:pic>
        <p:nvPicPr>
          <p:cNvPr id="388" name="Google Shape;388;p43"/>
          <p:cNvPicPr preferRelativeResize="0"/>
          <p:nvPr/>
        </p:nvPicPr>
        <p:blipFill>
          <a:blip r:embed="rId33">
            <a:alphaModFix/>
          </a:blip>
          <a:stretch>
            <a:fillRect/>
          </a:stretch>
        </p:blipFill>
        <p:spPr>
          <a:xfrm>
            <a:off x="243767" y="2757879"/>
            <a:ext cx="645459" cy="645201"/>
          </a:xfrm>
          <a:prstGeom prst="rect">
            <a:avLst/>
          </a:prstGeom>
          <a:noFill/>
          <a:ln>
            <a:noFill/>
          </a:ln>
        </p:spPr>
      </p:pic>
      <p:pic>
        <p:nvPicPr>
          <p:cNvPr id="389" name="Google Shape;389;p43"/>
          <p:cNvPicPr preferRelativeResize="0"/>
          <p:nvPr/>
        </p:nvPicPr>
        <p:blipFill>
          <a:blip r:embed="rId34">
            <a:alphaModFix/>
          </a:blip>
          <a:stretch>
            <a:fillRect/>
          </a:stretch>
        </p:blipFill>
        <p:spPr>
          <a:xfrm>
            <a:off x="8045538" y="1904804"/>
            <a:ext cx="645459" cy="645201"/>
          </a:xfrm>
          <a:prstGeom prst="rect">
            <a:avLst/>
          </a:prstGeom>
          <a:noFill/>
          <a:ln>
            <a:noFill/>
          </a:ln>
        </p:spPr>
      </p:pic>
      <p:pic>
        <p:nvPicPr>
          <p:cNvPr id="390" name="Google Shape;390;p43"/>
          <p:cNvPicPr preferRelativeResize="0"/>
          <p:nvPr/>
        </p:nvPicPr>
        <p:blipFill>
          <a:blip r:embed="rId35">
            <a:alphaModFix/>
          </a:blip>
          <a:stretch>
            <a:fillRect/>
          </a:stretch>
        </p:blipFill>
        <p:spPr>
          <a:xfrm>
            <a:off x="7334907" y="1904804"/>
            <a:ext cx="645459" cy="645201"/>
          </a:xfrm>
          <a:prstGeom prst="rect">
            <a:avLst/>
          </a:prstGeom>
          <a:noFill/>
          <a:ln>
            <a:noFill/>
          </a:ln>
        </p:spPr>
      </p:pic>
      <p:pic>
        <p:nvPicPr>
          <p:cNvPr id="391" name="Google Shape;391;p43"/>
          <p:cNvPicPr preferRelativeResize="0"/>
          <p:nvPr/>
        </p:nvPicPr>
        <p:blipFill>
          <a:blip r:embed="rId36">
            <a:alphaModFix/>
          </a:blip>
          <a:stretch>
            <a:fillRect/>
          </a:stretch>
        </p:blipFill>
        <p:spPr>
          <a:xfrm>
            <a:off x="6624277" y="1904804"/>
            <a:ext cx="645459" cy="645201"/>
          </a:xfrm>
          <a:prstGeom prst="rect">
            <a:avLst/>
          </a:prstGeom>
          <a:noFill/>
          <a:ln>
            <a:noFill/>
          </a:ln>
        </p:spPr>
      </p:pic>
      <p:pic>
        <p:nvPicPr>
          <p:cNvPr id="392" name="Google Shape;392;p43"/>
          <p:cNvPicPr preferRelativeResize="0"/>
          <p:nvPr/>
        </p:nvPicPr>
        <p:blipFill>
          <a:blip r:embed="rId37">
            <a:alphaModFix/>
          </a:blip>
          <a:stretch>
            <a:fillRect/>
          </a:stretch>
        </p:blipFill>
        <p:spPr>
          <a:xfrm>
            <a:off x="5913646" y="1904804"/>
            <a:ext cx="645459" cy="645201"/>
          </a:xfrm>
          <a:prstGeom prst="rect">
            <a:avLst/>
          </a:prstGeom>
          <a:noFill/>
          <a:ln>
            <a:noFill/>
          </a:ln>
        </p:spPr>
      </p:pic>
      <p:pic>
        <p:nvPicPr>
          <p:cNvPr id="393" name="Google Shape;393;p43"/>
          <p:cNvPicPr preferRelativeResize="0"/>
          <p:nvPr/>
        </p:nvPicPr>
        <p:blipFill>
          <a:blip r:embed="rId38">
            <a:alphaModFix/>
          </a:blip>
          <a:stretch>
            <a:fillRect/>
          </a:stretch>
        </p:blipFill>
        <p:spPr>
          <a:xfrm>
            <a:off x="5203015" y="1904804"/>
            <a:ext cx="645459" cy="645201"/>
          </a:xfrm>
          <a:prstGeom prst="rect">
            <a:avLst/>
          </a:prstGeom>
          <a:noFill/>
          <a:ln>
            <a:noFill/>
          </a:ln>
        </p:spPr>
      </p:pic>
      <p:pic>
        <p:nvPicPr>
          <p:cNvPr id="394" name="Google Shape;394;p43"/>
          <p:cNvPicPr preferRelativeResize="0"/>
          <p:nvPr/>
        </p:nvPicPr>
        <p:blipFill>
          <a:blip r:embed="rId39">
            <a:alphaModFix/>
          </a:blip>
          <a:stretch>
            <a:fillRect/>
          </a:stretch>
        </p:blipFill>
        <p:spPr>
          <a:xfrm>
            <a:off x="4492385" y="1904804"/>
            <a:ext cx="645459" cy="645201"/>
          </a:xfrm>
          <a:prstGeom prst="rect">
            <a:avLst/>
          </a:prstGeom>
          <a:noFill/>
          <a:ln>
            <a:noFill/>
          </a:ln>
        </p:spPr>
      </p:pic>
      <p:pic>
        <p:nvPicPr>
          <p:cNvPr id="395" name="Google Shape;395;p43"/>
          <p:cNvPicPr preferRelativeResize="0"/>
          <p:nvPr/>
        </p:nvPicPr>
        <p:blipFill>
          <a:blip r:embed="rId40">
            <a:alphaModFix/>
          </a:blip>
          <a:stretch>
            <a:fillRect/>
          </a:stretch>
        </p:blipFill>
        <p:spPr>
          <a:xfrm>
            <a:off x="3781754" y="1904804"/>
            <a:ext cx="645459" cy="645201"/>
          </a:xfrm>
          <a:prstGeom prst="rect">
            <a:avLst/>
          </a:prstGeom>
          <a:noFill/>
          <a:ln>
            <a:noFill/>
          </a:ln>
        </p:spPr>
      </p:pic>
      <p:pic>
        <p:nvPicPr>
          <p:cNvPr id="396" name="Google Shape;396;p43"/>
          <p:cNvPicPr preferRelativeResize="0"/>
          <p:nvPr/>
        </p:nvPicPr>
        <p:blipFill>
          <a:blip r:embed="rId41">
            <a:alphaModFix/>
          </a:blip>
          <a:stretch>
            <a:fillRect/>
          </a:stretch>
        </p:blipFill>
        <p:spPr>
          <a:xfrm>
            <a:off x="3071124" y="1904804"/>
            <a:ext cx="645459" cy="645201"/>
          </a:xfrm>
          <a:prstGeom prst="rect">
            <a:avLst/>
          </a:prstGeom>
          <a:noFill/>
          <a:ln>
            <a:noFill/>
          </a:ln>
        </p:spPr>
      </p:pic>
      <p:pic>
        <p:nvPicPr>
          <p:cNvPr id="397" name="Google Shape;397;p43"/>
          <p:cNvPicPr preferRelativeResize="0"/>
          <p:nvPr/>
        </p:nvPicPr>
        <p:blipFill>
          <a:blip r:embed="rId42">
            <a:alphaModFix/>
          </a:blip>
          <a:stretch>
            <a:fillRect/>
          </a:stretch>
        </p:blipFill>
        <p:spPr>
          <a:xfrm>
            <a:off x="2360493" y="1904804"/>
            <a:ext cx="645459" cy="645201"/>
          </a:xfrm>
          <a:prstGeom prst="rect">
            <a:avLst/>
          </a:prstGeom>
          <a:noFill/>
          <a:ln>
            <a:noFill/>
          </a:ln>
        </p:spPr>
      </p:pic>
      <p:pic>
        <p:nvPicPr>
          <p:cNvPr id="398" name="Google Shape;398;p43"/>
          <p:cNvPicPr preferRelativeResize="0"/>
          <p:nvPr/>
        </p:nvPicPr>
        <p:blipFill>
          <a:blip r:embed="rId43">
            <a:alphaModFix/>
          </a:blip>
          <a:stretch>
            <a:fillRect/>
          </a:stretch>
        </p:blipFill>
        <p:spPr>
          <a:xfrm>
            <a:off x="1649863" y="1904804"/>
            <a:ext cx="645459" cy="645201"/>
          </a:xfrm>
          <a:prstGeom prst="rect">
            <a:avLst/>
          </a:prstGeom>
          <a:noFill/>
          <a:ln>
            <a:noFill/>
          </a:ln>
        </p:spPr>
      </p:pic>
      <p:pic>
        <p:nvPicPr>
          <p:cNvPr id="399" name="Google Shape;399;p43"/>
          <p:cNvPicPr preferRelativeResize="0"/>
          <p:nvPr/>
        </p:nvPicPr>
        <p:blipFill>
          <a:blip r:embed="rId44">
            <a:alphaModFix/>
          </a:blip>
          <a:stretch>
            <a:fillRect/>
          </a:stretch>
        </p:blipFill>
        <p:spPr>
          <a:xfrm>
            <a:off x="939232" y="1904804"/>
            <a:ext cx="645459" cy="645201"/>
          </a:xfrm>
          <a:prstGeom prst="rect">
            <a:avLst/>
          </a:prstGeom>
          <a:noFill/>
          <a:ln>
            <a:noFill/>
          </a:ln>
        </p:spPr>
      </p:pic>
      <p:pic>
        <p:nvPicPr>
          <p:cNvPr id="400" name="Google Shape;400;p43"/>
          <p:cNvPicPr preferRelativeResize="0"/>
          <p:nvPr/>
        </p:nvPicPr>
        <p:blipFill>
          <a:blip r:embed="rId45">
            <a:alphaModFix/>
          </a:blip>
          <a:stretch>
            <a:fillRect/>
          </a:stretch>
        </p:blipFill>
        <p:spPr>
          <a:xfrm>
            <a:off x="228602" y="1904804"/>
            <a:ext cx="645459" cy="645201"/>
          </a:xfrm>
          <a:prstGeom prst="rect">
            <a:avLst/>
          </a:prstGeom>
          <a:noFill/>
          <a:ln>
            <a:noFill/>
          </a:ln>
        </p:spPr>
      </p:pic>
      <p:pic>
        <p:nvPicPr>
          <p:cNvPr id="401" name="Google Shape;401;p43"/>
          <p:cNvPicPr preferRelativeResize="0"/>
          <p:nvPr/>
        </p:nvPicPr>
        <p:blipFill>
          <a:blip r:embed="rId46">
            <a:alphaModFix/>
          </a:blip>
          <a:stretch>
            <a:fillRect/>
          </a:stretch>
        </p:blipFill>
        <p:spPr>
          <a:xfrm>
            <a:off x="8248110" y="1051742"/>
            <a:ext cx="645459" cy="645201"/>
          </a:xfrm>
          <a:prstGeom prst="rect">
            <a:avLst/>
          </a:prstGeom>
          <a:noFill/>
          <a:ln>
            <a:noFill/>
          </a:ln>
        </p:spPr>
      </p:pic>
      <p:pic>
        <p:nvPicPr>
          <p:cNvPr id="402" name="Google Shape;402;p43"/>
          <p:cNvPicPr preferRelativeResize="0"/>
          <p:nvPr/>
        </p:nvPicPr>
        <p:blipFill>
          <a:blip r:embed="rId47">
            <a:alphaModFix/>
          </a:blip>
          <a:stretch>
            <a:fillRect/>
          </a:stretch>
        </p:blipFill>
        <p:spPr>
          <a:xfrm>
            <a:off x="7579818" y="1051742"/>
            <a:ext cx="645459" cy="645201"/>
          </a:xfrm>
          <a:prstGeom prst="rect">
            <a:avLst/>
          </a:prstGeom>
          <a:noFill/>
          <a:ln>
            <a:noFill/>
          </a:ln>
        </p:spPr>
      </p:pic>
      <p:pic>
        <p:nvPicPr>
          <p:cNvPr id="403" name="Google Shape;403;p43"/>
          <p:cNvPicPr preferRelativeResize="0"/>
          <p:nvPr/>
        </p:nvPicPr>
        <p:blipFill>
          <a:blip r:embed="rId48">
            <a:alphaModFix/>
          </a:blip>
          <a:stretch>
            <a:fillRect/>
          </a:stretch>
        </p:blipFill>
        <p:spPr>
          <a:xfrm>
            <a:off x="6911526" y="1051742"/>
            <a:ext cx="645459" cy="645201"/>
          </a:xfrm>
          <a:prstGeom prst="rect">
            <a:avLst/>
          </a:prstGeom>
          <a:noFill/>
          <a:ln>
            <a:noFill/>
          </a:ln>
        </p:spPr>
      </p:pic>
      <p:pic>
        <p:nvPicPr>
          <p:cNvPr id="404" name="Google Shape;404;p43"/>
          <p:cNvPicPr preferRelativeResize="0"/>
          <p:nvPr/>
        </p:nvPicPr>
        <p:blipFill>
          <a:blip r:embed="rId49">
            <a:alphaModFix/>
          </a:blip>
          <a:stretch>
            <a:fillRect/>
          </a:stretch>
        </p:blipFill>
        <p:spPr>
          <a:xfrm>
            <a:off x="6243234" y="1051742"/>
            <a:ext cx="645459" cy="645201"/>
          </a:xfrm>
          <a:prstGeom prst="rect">
            <a:avLst/>
          </a:prstGeom>
          <a:noFill/>
          <a:ln>
            <a:noFill/>
          </a:ln>
        </p:spPr>
      </p:pic>
      <p:pic>
        <p:nvPicPr>
          <p:cNvPr id="405" name="Google Shape;405;p43"/>
          <p:cNvPicPr preferRelativeResize="0"/>
          <p:nvPr/>
        </p:nvPicPr>
        <p:blipFill>
          <a:blip r:embed="rId50">
            <a:alphaModFix/>
          </a:blip>
          <a:stretch>
            <a:fillRect/>
          </a:stretch>
        </p:blipFill>
        <p:spPr>
          <a:xfrm>
            <a:off x="5574942" y="1051742"/>
            <a:ext cx="645459" cy="645201"/>
          </a:xfrm>
          <a:prstGeom prst="rect">
            <a:avLst/>
          </a:prstGeom>
          <a:noFill/>
          <a:ln>
            <a:noFill/>
          </a:ln>
        </p:spPr>
      </p:pic>
      <p:pic>
        <p:nvPicPr>
          <p:cNvPr id="406" name="Google Shape;406;p43"/>
          <p:cNvPicPr preferRelativeResize="0"/>
          <p:nvPr/>
        </p:nvPicPr>
        <p:blipFill>
          <a:blip r:embed="rId51">
            <a:alphaModFix/>
          </a:blip>
          <a:stretch>
            <a:fillRect/>
          </a:stretch>
        </p:blipFill>
        <p:spPr>
          <a:xfrm>
            <a:off x="4906651" y="1051742"/>
            <a:ext cx="645459" cy="645201"/>
          </a:xfrm>
          <a:prstGeom prst="rect">
            <a:avLst/>
          </a:prstGeom>
          <a:noFill/>
          <a:ln>
            <a:noFill/>
          </a:ln>
        </p:spPr>
      </p:pic>
      <p:pic>
        <p:nvPicPr>
          <p:cNvPr id="407" name="Google Shape;407;p43"/>
          <p:cNvPicPr preferRelativeResize="0"/>
          <p:nvPr/>
        </p:nvPicPr>
        <p:blipFill>
          <a:blip r:embed="rId52">
            <a:alphaModFix/>
          </a:blip>
          <a:stretch>
            <a:fillRect/>
          </a:stretch>
        </p:blipFill>
        <p:spPr>
          <a:xfrm>
            <a:off x="4238359" y="1051742"/>
            <a:ext cx="645459" cy="645201"/>
          </a:xfrm>
          <a:prstGeom prst="rect">
            <a:avLst/>
          </a:prstGeom>
          <a:noFill/>
          <a:ln>
            <a:noFill/>
          </a:ln>
        </p:spPr>
      </p:pic>
      <p:pic>
        <p:nvPicPr>
          <p:cNvPr id="408" name="Google Shape;408;p43"/>
          <p:cNvPicPr preferRelativeResize="0"/>
          <p:nvPr/>
        </p:nvPicPr>
        <p:blipFill>
          <a:blip r:embed="rId53">
            <a:alphaModFix/>
          </a:blip>
          <a:stretch>
            <a:fillRect/>
          </a:stretch>
        </p:blipFill>
        <p:spPr>
          <a:xfrm>
            <a:off x="3570067" y="1051742"/>
            <a:ext cx="645459" cy="645201"/>
          </a:xfrm>
          <a:prstGeom prst="rect">
            <a:avLst/>
          </a:prstGeom>
          <a:noFill/>
          <a:ln>
            <a:noFill/>
          </a:ln>
        </p:spPr>
      </p:pic>
      <p:pic>
        <p:nvPicPr>
          <p:cNvPr id="409" name="Google Shape;409;p43"/>
          <p:cNvPicPr preferRelativeResize="0"/>
          <p:nvPr/>
        </p:nvPicPr>
        <p:blipFill>
          <a:blip r:embed="rId54">
            <a:alphaModFix/>
          </a:blip>
          <a:stretch>
            <a:fillRect/>
          </a:stretch>
        </p:blipFill>
        <p:spPr>
          <a:xfrm>
            <a:off x="2901775" y="1051742"/>
            <a:ext cx="645459" cy="645201"/>
          </a:xfrm>
          <a:prstGeom prst="rect">
            <a:avLst/>
          </a:prstGeom>
          <a:noFill/>
          <a:ln>
            <a:noFill/>
          </a:ln>
        </p:spPr>
      </p:pic>
      <p:pic>
        <p:nvPicPr>
          <p:cNvPr id="410" name="Google Shape;410;p43"/>
          <p:cNvPicPr preferRelativeResize="0"/>
          <p:nvPr/>
        </p:nvPicPr>
        <p:blipFill>
          <a:blip r:embed="rId55">
            <a:alphaModFix/>
          </a:blip>
          <a:stretch>
            <a:fillRect/>
          </a:stretch>
        </p:blipFill>
        <p:spPr>
          <a:xfrm>
            <a:off x="2233483" y="1051742"/>
            <a:ext cx="645459" cy="645201"/>
          </a:xfrm>
          <a:prstGeom prst="rect">
            <a:avLst/>
          </a:prstGeom>
          <a:noFill/>
          <a:ln>
            <a:noFill/>
          </a:ln>
        </p:spPr>
      </p:pic>
      <p:pic>
        <p:nvPicPr>
          <p:cNvPr id="411" name="Google Shape;411;p43"/>
          <p:cNvPicPr preferRelativeResize="0"/>
          <p:nvPr/>
        </p:nvPicPr>
        <p:blipFill>
          <a:blip r:embed="rId56">
            <a:alphaModFix/>
          </a:blip>
          <a:stretch>
            <a:fillRect/>
          </a:stretch>
        </p:blipFill>
        <p:spPr>
          <a:xfrm>
            <a:off x="1565191" y="1051742"/>
            <a:ext cx="645459" cy="645201"/>
          </a:xfrm>
          <a:prstGeom prst="rect">
            <a:avLst/>
          </a:prstGeom>
          <a:noFill/>
          <a:ln>
            <a:noFill/>
          </a:ln>
        </p:spPr>
      </p:pic>
      <p:pic>
        <p:nvPicPr>
          <p:cNvPr id="412" name="Google Shape;412;p43"/>
          <p:cNvPicPr preferRelativeResize="0"/>
          <p:nvPr/>
        </p:nvPicPr>
        <p:blipFill>
          <a:blip r:embed="rId57">
            <a:alphaModFix/>
          </a:blip>
          <a:stretch>
            <a:fillRect/>
          </a:stretch>
        </p:blipFill>
        <p:spPr>
          <a:xfrm>
            <a:off x="896899" y="1051742"/>
            <a:ext cx="645459" cy="645201"/>
          </a:xfrm>
          <a:prstGeom prst="rect">
            <a:avLst/>
          </a:prstGeom>
          <a:noFill/>
          <a:ln>
            <a:noFill/>
          </a:ln>
        </p:spPr>
      </p:pic>
      <p:pic>
        <p:nvPicPr>
          <p:cNvPr id="413" name="Google Shape;413;p43"/>
          <p:cNvPicPr preferRelativeResize="0"/>
          <p:nvPr/>
        </p:nvPicPr>
        <p:blipFill>
          <a:blip r:embed="rId58">
            <a:alphaModFix/>
          </a:blip>
          <a:stretch>
            <a:fillRect/>
          </a:stretch>
        </p:blipFill>
        <p:spPr>
          <a:xfrm>
            <a:off x="228607" y="1051742"/>
            <a:ext cx="645459" cy="645201"/>
          </a:xfrm>
          <a:prstGeom prst="rect">
            <a:avLst/>
          </a:prstGeom>
          <a:noFill/>
          <a:ln>
            <a:noFill/>
          </a:ln>
        </p:spPr>
      </p:pic>
      <p:pic>
        <p:nvPicPr>
          <p:cNvPr id="414" name="Google Shape;414;p43"/>
          <p:cNvPicPr preferRelativeResize="0"/>
          <p:nvPr/>
        </p:nvPicPr>
        <p:blipFill>
          <a:blip r:embed="rId59">
            <a:alphaModFix/>
          </a:blip>
          <a:stretch>
            <a:fillRect/>
          </a:stretch>
        </p:blipFill>
        <p:spPr>
          <a:xfrm>
            <a:off x="6538132" y="4246685"/>
            <a:ext cx="645459" cy="645201"/>
          </a:xfrm>
          <a:prstGeom prst="rect">
            <a:avLst/>
          </a:prstGeom>
          <a:noFill/>
          <a:ln>
            <a:noFill/>
          </a:ln>
        </p:spPr>
      </p:pic>
      <p:pic>
        <p:nvPicPr>
          <p:cNvPr id="415" name="Google Shape;415;p43"/>
          <p:cNvPicPr preferRelativeResize="0"/>
          <p:nvPr/>
        </p:nvPicPr>
        <p:blipFill>
          <a:blip r:embed="rId60">
            <a:alphaModFix/>
          </a:blip>
          <a:stretch>
            <a:fillRect/>
          </a:stretch>
        </p:blipFill>
        <p:spPr>
          <a:xfrm>
            <a:off x="5136012" y="4246685"/>
            <a:ext cx="645459" cy="645201"/>
          </a:xfrm>
          <a:prstGeom prst="rect">
            <a:avLst/>
          </a:prstGeom>
          <a:noFill/>
          <a:ln>
            <a:noFill/>
          </a:ln>
        </p:spPr>
      </p:pic>
      <p:pic>
        <p:nvPicPr>
          <p:cNvPr id="416" name="Google Shape;416;p43"/>
          <p:cNvPicPr preferRelativeResize="0"/>
          <p:nvPr/>
        </p:nvPicPr>
        <p:blipFill>
          <a:blip r:embed="rId61">
            <a:alphaModFix/>
          </a:blip>
          <a:stretch>
            <a:fillRect/>
          </a:stretch>
        </p:blipFill>
        <p:spPr>
          <a:xfrm>
            <a:off x="4434953" y="4246685"/>
            <a:ext cx="645459" cy="645201"/>
          </a:xfrm>
          <a:prstGeom prst="rect">
            <a:avLst/>
          </a:prstGeom>
          <a:noFill/>
          <a:ln>
            <a:noFill/>
          </a:ln>
        </p:spPr>
      </p:pic>
      <p:pic>
        <p:nvPicPr>
          <p:cNvPr id="417" name="Google Shape;417;p43"/>
          <p:cNvPicPr preferRelativeResize="0"/>
          <p:nvPr/>
        </p:nvPicPr>
        <p:blipFill>
          <a:blip r:embed="rId62">
            <a:alphaModFix/>
          </a:blip>
          <a:stretch>
            <a:fillRect/>
          </a:stretch>
        </p:blipFill>
        <p:spPr>
          <a:xfrm>
            <a:off x="3032833" y="4246685"/>
            <a:ext cx="645459" cy="645201"/>
          </a:xfrm>
          <a:prstGeom prst="rect">
            <a:avLst/>
          </a:prstGeom>
          <a:noFill/>
          <a:ln>
            <a:noFill/>
          </a:ln>
        </p:spPr>
      </p:pic>
      <p:pic>
        <p:nvPicPr>
          <p:cNvPr id="418" name="Google Shape;418;p43"/>
          <p:cNvPicPr preferRelativeResize="0"/>
          <p:nvPr/>
        </p:nvPicPr>
        <p:blipFill>
          <a:blip r:embed="rId63">
            <a:alphaModFix/>
          </a:blip>
          <a:stretch>
            <a:fillRect/>
          </a:stretch>
        </p:blipFill>
        <p:spPr>
          <a:xfrm>
            <a:off x="5837072" y="4246685"/>
            <a:ext cx="645459" cy="64520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22"/>
        <p:cNvGrpSpPr/>
        <p:nvPr/>
      </p:nvGrpSpPr>
      <p:grpSpPr>
        <a:xfrm>
          <a:off x="0" y="0"/>
          <a:ext cx="0" cy="0"/>
          <a:chOff x="0" y="0"/>
          <a:chExt cx="0" cy="0"/>
        </a:xfrm>
      </p:grpSpPr>
      <p:sp>
        <p:nvSpPr>
          <p:cNvPr id="423" name="Google Shape;423;p44"/>
          <p:cNvSpPr txBox="1"/>
          <p:nvPr/>
        </p:nvSpPr>
        <p:spPr>
          <a:xfrm>
            <a:off x="1337450" y="40403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a card, if there’s space to do so, but don’t make it too small</a:t>
            </a:r>
            <a:endParaRPr sz="1600">
              <a:solidFill>
                <a:schemeClr val="dk2"/>
              </a:solidFill>
            </a:endParaRPr>
          </a:p>
        </p:txBody>
      </p:sp>
      <p:sp>
        <p:nvSpPr>
          <p:cNvPr id="424" name="Google Shape;424;p44"/>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Emoji usage rules</a:t>
            </a:r>
            <a:endParaRPr sz="1600">
              <a:solidFill>
                <a:schemeClr val="dk2"/>
              </a:solidFill>
            </a:endParaRPr>
          </a:p>
        </p:txBody>
      </p:sp>
      <p:sp>
        <p:nvSpPr>
          <p:cNvPr id="425" name="Google Shape;425;p44"/>
          <p:cNvSpPr txBox="1">
            <a:spLocks noGrp="1"/>
          </p:cNvSpPr>
          <p:nvPr>
            <p:ph type="ctrTitle"/>
          </p:nvPr>
        </p:nvSpPr>
        <p:spPr>
          <a:xfrm>
            <a:off x="173075" y="1088150"/>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Student      support</a:t>
            </a:r>
            <a:endParaRPr sz="4000">
              <a:solidFill>
                <a:srgbClr val="1A1A1A"/>
              </a:solidFill>
              <a:latin typeface="Inter ExtraBold"/>
              <a:ea typeface="Inter ExtraBold"/>
              <a:cs typeface="Inter ExtraBold"/>
              <a:sym typeface="Inter ExtraBold"/>
            </a:endParaRPr>
          </a:p>
        </p:txBody>
      </p:sp>
      <p:pic>
        <p:nvPicPr>
          <p:cNvPr id="426" name="Google Shape;426;p44"/>
          <p:cNvPicPr preferRelativeResize="0"/>
          <p:nvPr/>
        </p:nvPicPr>
        <p:blipFill>
          <a:blip r:embed="rId3">
            <a:alphaModFix/>
          </a:blip>
          <a:stretch>
            <a:fillRect/>
          </a:stretch>
        </p:blipFill>
        <p:spPr>
          <a:xfrm>
            <a:off x="2265950" y="1118025"/>
            <a:ext cx="740975" cy="740650"/>
          </a:xfrm>
          <a:prstGeom prst="rect">
            <a:avLst/>
          </a:prstGeom>
          <a:noFill/>
          <a:ln>
            <a:noFill/>
          </a:ln>
        </p:spPr>
      </p:pic>
      <p:sp>
        <p:nvSpPr>
          <p:cNvPr id="427" name="Google Shape;427;p44"/>
          <p:cNvSpPr txBox="1"/>
          <p:nvPr/>
        </p:nvSpPr>
        <p:spPr>
          <a:xfrm>
            <a:off x="250650" y="18056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the title of the slide. </a:t>
            </a:r>
            <a:endParaRPr sz="1600">
              <a:solidFill>
                <a:schemeClr val="dk2"/>
              </a:solidFill>
            </a:endParaRPr>
          </a:p>
          <a:p>
            <a:pPr marL="0" lvl="0" indent="0" algn="l" rtl="0">
              <a:spcBef>
                <a:spcPts val="0"/>
              </a:spcBef>
              <a:spcAft>
                <a:spcPts val="0"/>
              </a:spcAft>
              <a:buNone/>
            </a:pPr>
            <a:r>
              <a:rPr lang="en" sz="1600">
                <a:solidFill>
                  <a:schemeClr val="dk2"/>
                </a:solidFill>
              </a:rPr>
              <a:t>Make it the same size as uppercase letters</a:t>
            </a:r>
            <a:endParaRPr sz="1600">
              <a:solidFill>
                <a:schemeClr val="dk2"/>
              </a:solidFill>
            </a:endParaRPr>
          </a:p>
        </p:txBody>
      </p:sp>
      <p:sp>
        <p:nvSpPr>
          <p:cNvPr id="428" name="Google Shape;428;p44"/>
          <p:cNvSpPr/>
          <p:nvPr/>
        </p:nvSpPr>
        <p:spPr>
          <a:xfrm>
            <a:off x="57130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pic>
        <p:nvPicPr>
          <p:cNvPr id="429" name="Google Shape;429;p44"/>
          <p:cNvPicPr preferRelativeResize="0"/>
          <p:nvPr/>
        </p:nvPicPr>
        <p:blipFill>
          <a:blip r:embed="rId4">
            <a:alphaModFix/>
          </a:blip>
          <a:stretch>
            <a:fillRect/>
          </a:stretch>
        </p:blipFill>
        <p:spPr>
          <a:xfrm>
            <a:off x="7729875" y="4192625"/>
            <a:ext cx="618425" cy="6181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33"/>
        <p:cNvGrpSpPr/>
        <p:nvPr/>
      </p:nvGrpSpPr>
      <p:grpSpPr>
        <a:xfrm>
          <a:off x="0" y="0"/>
          <a:ext cx="0" cy="0"/>
          <a:chOff x="0" y="0"/>
          <a:chExt cx="0" cy="0"/>
        </a:xfrm>
      </p:grpSpPr>
      <p:sp>
        <p:nvSpPr>
          <p:cNvPr id="434" name="Google Shape;434;p45"/>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Emoji don'ts</a:t>
            </a:r>
            <a:endParaRPr sz="1600">
              <a:solidFill>
                <a:srgbClr val="1A1A1A"/>
              </a:solidFill>
              <a:highlight>
                <a:srgbClr val="FF8F60"/>
              </a:highlight>
            </a:endParaRPr>
          </a:p>
        </p:txBody>
      </p:sp>
      <p:sp>
        <p:nvSpPr>
          <p:cNvPr id="435" name="Google Shape;435;p45"/>
          <p:cNvSpPr txBox="1"/>
          <p:nvPr/>
        </p:nvSpPr>
        <p:spPr>
          <a:xfrm>
            <a:off x="619063"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large</a:t>
            </a:r>
            <a:endParaRPr sz="1600">
              <a:solidFill>
                <a:srgbClr val="1A1A1A"/>
              </a:solidFill>
              <a:highlight>
                <a:srgbClr val="FF8F60"/>
              </a:highlight>
            </a:endParaRPr>
          </a:p>
        </p:txBody>
      </p:sp>
      <p:pic>
        <p:nvPicPr>
          <p:cNvPr id="436" name="Google Shape;436;p45"/>
          <p:cNvPicPr preferRelativeResize="0"/>
          <p:nvPr/>
        </p:nvPicPr>
        <p:blipFill>
          <a:blip r:embed="rId3">
            <a:alphaModFix/>
          </a:blip>
          <a:stretch>
            <a:fillRect/>
          </a:stretch>
        </p:blipFill>
        <p:spPr>
          <a:xfrm>
            <a:off x="397661" y="1234414"/>
            <a:ext cx="2463600" cy="2462600"/>
          </a:xfrm>
          <a:prstGeom prst="rect">
            <a:avLst/>
          </a:prstGeom>
          <a:noFill/>
          <a:ln>
            <a:noFill/>
          </a:ln>
        </p:spPr>
      </p:pic>
      <p:pic>
        <p:nvPicPr>
          <p:cNvPr id="437" name="Google Shape;437;p45"/>
          <p:cNvPicPr preferRelativeResize="0"/>
          <p:nvPr/>
        </p:nvPicPr>
        <p:blipFill>
          <a:blip r:embed="rId3">
            <a:alphaModFix/>
          </a:blip>
          <a:stretch>
            <a:fillRect/>
          </a:stretch>
        </p:blipFill>
        <p:spPr>
          <a:xfrm>
            <a:off x="4481011" y="2309966"/>
            <a:ext cx="311650" cy="311500"/>
          </a:xfrm>
          <a:prstGeom prst="rect">
            <a:avLst/>
          </a:prstGeom>
          <a:noFill/>
          <a:ln>
            <a:noFill/>
          </a:ln>
        </p:spPr>
      </p:pic>
      <p:sp>
        <p:nvSpPr>
          <p:cNvPr id="438" name="Google Shape;438;p45"/>
          <p:cNvSpPr txBox="1"/>
          <p:nvPr/>
        </p:nvSpPr>
        <p:spPr>
          <a:xfrm>
            <a:off x="3752475"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tiny</a:t>
            </a:r>
            <a:endParaRPr sz="1600">
              <a:solidFill>
                <a:srgbClr val="1A1A1A"/>
              </a:solidFill>
              <a:highlight>
                <a:srgbClr val="FF8F60"/>
              </a:highlight>
            </a:endParaRPr>
          </a:p>
        </p:txBody>
      </p:sp>
      <p:pic>
        <p:nvPicPr>
          <p:cNvPr id="439" name="Google Shape;439;p45"/>
          <p:cNvPicPr preferRelativeResize="0"/>
          <p:nvPr/>
        </p:nvPicPr>
        <p:blipFill>
          <a:blip r:embed="rId3">
            <a:alphaModFix/>
          </a:blip>
          <a:stretch>
            <a:fillRect/>
          </a:stretch>
        </p:blipFill>
        <p:spPr>
          <a:xfrm rot="2162078">
            <a:off x="7096784" y="2143120"/>
            <a:ext cx="645459" cy="645201"/>
          </a:xfrm>
          <a:prstGeom prst="rect">
            <a:avLst/>
          </a:prstGeom>
          <a:noFill/>
          <a:ln>
            <a:noFill/>
          </a:ln>
        </p:spPr>
      </p:pic>
      <p:sp>
        <p:nvSpPr>
          <p:cNvPr id="440" name="Google Shape;440;p45"/>
          <p:cNvSpPr txBox="1"/>
          <p:nvPr/>
        </p:nvSpPr>
        <p:spPr>
          <a:xfrm>
            <a:off x="6583013"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solidFill>
                <a:srgbClr val="1A1A1A"/>
              </a:solidFill>
              <a:highlight>
                <a:srgbClr val="FF8F60"/>
              </a:highlight>
            </a:endParaRPr>
          </a:p>
        </p:txBody>
      </p:sp>
      <p:sp>
        <p:nvSpPr>
          <p:cNvPr id="441" name="Google Shape;441;p45"/>
          <p:cNvSpPr txBox="1"/>
          <p:nvPr/>
        </p:nvSpPr>
        <p:spPr>
          <a:xfrm>
            <a:off x="6725538"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rotate it</a:t>
            </a:r>
            <a:endParaRPr sz="1600">
              <a:solidFill>
                <a:srgbClr val="1A1A1A"/>
              </a:solidFill>
              <a:highlight>
                <a:srgbClr val="FF8F60"/>
              </a:highligh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45"/>
        <p:cNvGrpSpPr/>
        <p:nvPr/>
      </p:nvGrpSpPr>
      <p:grpSpPr>
        <a:xfrm>
          <a:off x="0" y="0"/>
          <a:ext cx="0" cy="0"/>
          <a:chOff x="0" y="0"/>
          <a:chExt cx="0" cy="0"/>
        </a:xfrm>
      </p:grpSpPr>
      <p:pic>
        <p:nvPicPr>
          <p:cNvPr id="446" name="Google Shape;446;p46"/>
          <p:cNvPicPr preferRelativeResize="0"/>
          <p:nvPr/>
        </p:nvPicPr>
        <p:blipFill>
          <a:blip r:embed="rId3">
            <a:alphaModFix/>
          </a:blip>
          <a:stretch>
            <a:fillRect/>
          </a:stretch>
        </p:blipFill>
        <p:spPr>
          <a:xfrm>
            <a:off x="2474775" y="1540825"/>
            <a:ext cx="1085464" cy="1158901"/>
          </a:xfrm>
          <a:prstGeom prst="rect">
            <a:avLst/>
          </a:prstGeom>
          <a:noFill/>
          <a:ln>
            <a:noFill/>
          </a:ln>
        </p:spPr>
      </p:pic>
      <p:pic>
        <p:nvPicPr>
          <p:cNvPr id="447" name="Google Shape;447;p46"/>
          <p:cNvPicPr preferRelativeResize="0"/>
          <p:nvPr/>
        </p:nvPicPr>
        <p:blipFill>
          <a:blip r:embed="rId4">
            <a:alphaModFix/>
          </a:blip>
          <a:stretch>
            <a:fillRect/>
          </a:stretch>
        </p:blipFill>
        <p:spPr>
          <a:xfrm>
            <a:off x="5528948" y="1791199"/>
            <a:ext cx="1317360" cy="908525"/>
          </a:xfrm>
          <a:prstGeom prst="rect">
            <a:avLst/>
          </a:prstGeom>
          <a:noFill/>
          <a:ln>
            <a:noFill/>
          </a:ln>
        </p:spPr>
      </p:pic>
      <p:pic>
        <p:nvPicPr>
          <p:cNvPr id="448" name="Google Shape;448;p46"/>
          <p:cNvPicPr preferRelativeResize="0"/>
          <p:nvPr/>
        </p:nvPicPr>
        <p:blipFill>
          <a:blip r:embed="rId5">
            <a:alphaModFix/>
          </a:blip>
          <a:stretch>
            <a:fillRect/>
          </a:stretch>
        </p:blipFill>
        <p:spPr>
          <a:xfrm>
            <a:off x="3461100" y="3482938"/>
            <a:ext cx="1664400" cy="1327150"/>
          </a:xfrm>
          <a:prstGeom prst="rect">
            <a:avLst/>
          </a:prstGeom>
          <a:noFill/>
          <a:ln>
            <a:noFill/>
          </a:ln>
        </p:spPr>
      </p:pic>
      <p:pic>
        <p:nvPicPr>
          <p:cNvPr id="449" name="Google Shape;449;p46"/>
          <p:cNvPicPr preferRelativeResize="0"/>
          <p:nvPr/>
        </p:nvPicPr>
        <p:blipFill>
          <a:blip r:embed="rId6">
            <a:alphaModFix/>
          </a:blip>
          <a:stretch>
            <a:fillRect/>
          </a:stretch>
        </p:blipFill>
        <p:spPr>
          <a:xfrm>
            <a:off x="6531974" y="3584429"/>
            <a:ext cx="1723174" cy="1276559"/>
          </a:xfrm>
          <a:prstGeom prst="rect">
            <a:avLst/>
          </a:prstGeom>
          <a:noFill/>
          <a:ln>
            <a:noFill/>
          </a:ln>
        </p:spPr>
      </p:pic>
      <p:pic>
        <p:nvPicPr>
          <p:cNvPr id="450" name="Google Shape;450;p46"/>
          <p:cNvPicPr preferRelativeResize="0"/>
          <p:nvPr/>
        </p:nvPicPr>
        <p:blipFill>
          <a:blip r:embed="rId7">
            <a:alphaModFix/>
          </a:blip>
          <a:stretch>
            <a:fillRect/>
          </a:stretch>
        </p:blipFill>
        <p:spPr>
          <a:xfrm>
            <a:off x="654100" y="3643263"/>
            <a:ext cx="1434409" cy="1158900"/>
          </a:xfrm>
          <a:prstGeom prst="rect">
            <a:avLst/>
          </a:prstGeom>
          <a:noFill/>
          <a:ln>
            <a:noFill/>
          </a:ln>
        </p:spPr>
      </p:pic>
      <p:sp>
        <p:nvSpPr>
          <p:cNvPr id="451" name="Google Shape;451;p4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55"/>
        <p:cNvGrpSpPr/>
        <p:nvPr/>
      </p:nvGrpSpPr>
      <p:grpSpPr>
        <a:xfrm>
          <a:off x="0" y="0"/>
          <a:ext cx="0" cy="0"/>
          <a:chOff x="0" y="0"/>
          <a:chExt cx="0" cy="0"/>
        </a:xfrm>
      </p:grpSpPr>
      <p:pic>
        <p:nvPicPr>
          <p:cNvPr id="456" name="Google Shape;456;p47"/>
          <p:cNvPicPr preferRelativeResize="0"/>
          <p:nvPr/>
        </p:nvPicPr>
        <p:blipFill>
          <a:blip r:embed="rId3">
            <a:alphaModFix/>
          </a:blip>
          <a:stretch>
            <a:fillRect/>
          </a:stretch>
        </p:blipFill>
        <p:spPr>
          <a:xfrm>
            <a:off x="470475" y="3360200"/>
            <a:ext cx="1620981" cy="1278764"/>
          </a:xfrm>
          <a:prstGeom prst="rect">
            <a:avLst/>
          </a:prstGeom>
          <a:noFill/>
          <a:ln>
            <a:noFill/>
          </a:ln>
        </p:spPr>
      </p:pic>
      <p:pic>
        <p:nvPicPr>
          <p:cNvPr id="457" name="Google Shape;457;p47"/>
          <p:cNvPicPr preferRelativeResize="0"/>
          <p:nvPr/>
        </p:nvPicPr>
        <p:blipFill>
          <a:blip r:embed="rId4">
            <a:alphaModFix/>
          </a:blip>
          <a:stretch>
            <a:fillRect/>
          </a:stretch>
        </p:blipFill>
        <p:spPr>
          <a:xfrm>
            <a:off x="3318076" y="3573550"/>
            <a:ext cx="1888575" cy="1182800"/>
          </a:xfrm>
          <a:prstGeom prst="rect">
            <a:avLst/>
          </a:prstGeom>
          <a:noFill/>
          <a:ln>
            <a:noFill/>
          </a:ln>
        </p:spPr>
      </p:pic>
      <p:pic>
        <p:nvPicPr>
          <p:cNvPr id="458" name="Google Shape;458;p47"/>
          <p:cNvPicPr preferRelativeResize="0"/>
          <p:nvPr/>
        </p:nvPicPr>
        <p:blipFill>
          <a:blip r:embed="rId5">
            <a:alphaModFix/>
          </a:blip>
          <a:stretch>
            <a:fillRect/>
          </a:stretch>
        </p:blipFill>
        <p:spPr>
          <a:xfrm>
            <a:off x="6433275" y="3242825"/>
            <a:ext cx="2082051" cy="1513525"/>
          </a:xfrm>
          <a:prstGeom prst="rect">
            <a:avLst/>
          </a:prstGeom>
          <a:noFill/>
          <a:ln>
            <a:noFill/>
          </a:ln>
        </p:spPr>
      </p:pic>
      <p:pic>
        <p:nvPicPr>
          <p:cNvPr id="459" name="Google Shape;459;p47"/>
          <p:cNvPicPr preferRelativeResize="0"/>
          <p:nvPr/>
        </p:nvPicPr>
        <p:blipFill>
          <a:blip r:embed="rId6">
            <a:alphaModFix/>
          </a:blip>
          <a:stretch>
            <a:fillRect/>
          </a:stretch>
        </p:blipFill>
        <p:spPr>
          <a:xfrm>
            <a:off x="3601537" y="1295643"/>
            <a:ext cx="1888576" cy="1395838"/>
          </a:xfrm>
          <a:prstGeom prst="rect">
            <a:avLst/>
          </a:prstGeom>
          <a:noFill/>
          <a:ln>
            <a:noFill/>
          </a:ln>
        </p:spPr>
      </p:pic>
      <p:sp>
        <p:nvSpPr>
          <p:cNvPr id="460" name="Google Shape;460;p47"/>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64"/>
        <p:cNvGrpSpPr/>
        <p:nvPr/>
      </p:nvGrpSpPr>
      <p:grpSpPr>
        <a:xfrm>
          <a:off x="0" y="0"/>
          <a:ext cx="0" cy="0"/>
          <a:chOff x="0" y="0"/>
          <a:chExt cx="0" cy="0"/>
        </a:xfrm>
      </p:grpSpPr>
      <p:pic>
        <p:nvPicPr>
          <p:cNvPr id="465" name="Google Shape;465;p48"/>
          <p:cNvPicPr preferRelativeResize="0"/>
          <p:nvPr/>
        </p:nvPicPr>
        <p:blipFill>
          <a:blip r:embed="rId3">
            <a:alphaModFix/>
          </a:blip>
          <a:stretch>
            <a:fillRect/>
          </a:stretch>
        </p:blipFill>
        <p:spPr>
          <a:xfrm>
            <a:off x="3372374" y="2513225"/>
            <a:ext cx="2520950" cy="2325475"/>
          </a:xfrm>
          <a:prstGeom prst="rect">
            <a:avLst/>
          </a:prstGeom>
          <a:noFill/>
          <a:ln>
            <a:noFill/>
          </a:ln>
        </p:spPr>
      </p:pic>
      <p:pic>
        <p:nvPicPr>
          <p:cNvPr id="466" name="Google Shape;466;p48"/>
          <p:cNvPicPr preferRelativeResize="0"/>
          <p:nvPr/>
        </p:nvPicPr>
        <p:blipFill>
          <a:blip r:embed="rId4">
            <a:alphaModFix/>
          </a:blip>
          <a:stretch>
            <a:fillRect/>
          </a:stretch>
        </p:blipFill>
        <p:spPr>
          <a:xfrm>
            <a:off x="6535201" y="3327003"/>
            <a:ext cx="2230950" cy="1461498"/>
          </a:xfrm>
          <a:prstGeom prst="rect">
            <a:avLst/>
          </a:prstGeom>
          <a:noFill/>
          <a:ln>
            <a:noFill/>
          </a:ln>
        </p:spPr>
      </p:pic>
      <p:pic>
        <p:nvPicPr>
          <p:cNvPr id="467" name="Google Shape;467;p48"/>
          <p:cNvPicPr preferRelativeResize="0"/>
          <p:nvPr/>
        </p:nvPicPr>
        <p:blipFill>
          <a:blip r:embed="rId5">
            <a:alphaModFix/>
          </a:blip>
          <a:stretch>
            <a:fillRect/>
          </a:stretch>
        </p:blipFill>
        <p:spPr>
          <a:xfrm>
            <a:off x="402175" y="2925051"/>
            <a:ext cx="2360080" cy="1799825"/>
          </a:xfrm>
          <a:prstGeom prst="rect">
            <a:avLst/>
          </a:prstGeom>
          <a:noFill/>
          <a:ln>
            <a:noFill/>
          </a:ln>
        </p:spPr>
      </p:pic>
      <p:pic>
        <p:nvPicPr>
          <p:cNvPr id="468" name="Google Shape;468;p48"/>
          <p:cNvPicPr preferRelativeResize="0"/>
          <p:nvPr/>
        </p:nvPicPr>
        <p:blipFill>
          <a:blip r:embed="rId6">
            <a:alphaModFix/>
          </a:blip>
          <a:stretch>
            <a:fillRect/>
          </a:stretch>
        </p:blipFill>
        <p:spPr>
          <a:xfrm>
            <a:off x="6732375" y="631050"/>
            <a:ext cx="1295575" cy="17274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2"/>
        <p:cNvGrpSpPr/>
        <p:nvPr/>
      </p:nvGrpSpPr>
      <p:grpSpPr>
        <a:xfrm>
          <a:off x="0" y="0"/>
          <a:ext cx="0" cy="0"/>
          <a:chOff x="0" y="0"/>
          <a:chExt cx="0" cy="0"/>
        </a:xfrm>
      </p:grpSpPr>
      <p:pic>
        <p:nvPicPr>
          <p:cNvPr id="473" name="Google Shape;473;p49"/>
          <p:cNvPicPr preferRelativeResize="0"/>
          <p:nvPr/>
        </p:nvPicPr>
        <p:blipFill>
          <a:blip r:embed="rId3">
            <a:alphaModFix/>
          </a:blip>
          <a:stretch>
            <a:fillRect/>
          </a:stretch>
        </p:blipFill>
        <p:spPr>
          <a:xfrm>
            <a:off x="534776" y="2298725"/>
            <a:ext cx="4119550" cy="2359025"/>
          </a:xfrm>
          <a:prstGeom prst="rect">
            <a:avLst/>
          </a:prstGeom>
          <a:noFill/>
          <a:ln>
            <a:noFill/>
          </a:ln>
        </p:spPr>
      </p:pic>
      <p:pic>
        <p:nvPicPr>
          <p:cNvPr id="474" name="Google Shape;474;p49"/>
          <p:cNvPicPr preferRelativeResize="0"/>
          <p:nvPr/>
        </p:nvPicPr>
        <p:blipFill>
          <a:blip r:embed="rId4">
            <a:alphaModFix/>
          </a:blip>
          <a:stretch>
            <a:fillRect/>
          </a:stretch>
        </p:blipFill>
        <p:spPr>
          <a:xfrm>
            <a:off x="5819800" y="3415498"/>
            <a:ext cx="2371074" cy="1242250"/>
          </a:xfrm>
          <a:prstGeom prst="rect">
            <a:avLst/>
          </a:prstGeom>
          <a:noFill/>
          <a:ln>
            <a:noFill/>
          </a:ln>
        </p:spPr>
      </p:pic>
      <p:sp>
        <p:nvSpPr>
          <p:cNvPr id="475" name="Google Shape;475;p4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9"/>
        <p:cNvGrpSpPr/>
        <p:nvPr/>
      </p:nvGrpSpPr>
      <p:grpSpPr>
        <a:xfrm>
          <a:off x="0" y="0"/>
          <a:ext cx="0" cy="0"/>
          <a:chOff x="0" y="0"/>
          <a:chExt cx="0" cy="0"/>
        </a:xfrm>
      </p:grpSpPr>
      <p:pic>
        <p:nvPicPr>
          <p:cNvPr id="480" name="Google Shape;480;p50"/>
          <p:cNvPicPr preferRelativeResize="0"/>
          <p:nvPr/>
        </p:nvPicPr>
        <p:blipFill>
          <a:blip r:embed="rId3">
            <a:alphaModFix/>
          </a:blip>
          <a:stretch>
            <a:fillRect/>
          </a:stretch>
        </p:blipFill>
        <p:spPr>
          <a:xfrm>
            <a:off x="3792596" y="2145251"/>
            <a:ext cx="2395505" cy="2583001"/>
          </a:xfrm>
          <a:prstGeom prst="rect">
            <a:avLst/>
          </a:prstGeom>
          <a:noFill/>
          <a:ln>
            <a:noFill/>
          </a:ln>
        </p:spPr>
      </p:pic>
      <p:pic>
        <p:nvPicPr>
          <p:cNvPr id="481" name="Google Shape;481;p50"/>
          <p:cNvPicPr preferRelativeResize="0"/>
          <p:nvPr/>
        </p:nvPicPr>
        <p:blipFill>
          <a:blip r:embed="rId4">
            <a:alphaModFix/>
          </a:blip>
          <a:stretch>
            <a:fillRect/>
          </a:stretch>
        </p:blipFill>
        <p:spPr>
          <a:xfrm>
            <a:off x="499275" y="2464158"/>
            <a:ext cx="2616557" cy="2264104"/>
          </a:xfrm>
          <a:prstGeom prst="rect">
            <a:avLst/>
          </a:prstGeom>
          <a:noFill/>
          <a:ln>
            <a:noFill/>
          </a:ln>
        </p:spPr>
      </p:pic>
      <p:pic>
        <p:nvPicPr>
          <p:cNvPr id="482" name="Google Shape;482;p50"/>
          <p:cNvPicPr preferRelativeResize="0"/>
          <p:nvPr/>
        </p:nvPicPr>
        <p:blipFill>
          <a:blip r:embed="rId5">
            <a:alphaModFix/>
          </a:blip>
          <a:stretch>
            <a:fillRect/>
          </a:stretch>
        </p:blipFill>
        <p:spPr>
          <a:xfrm>
            <a:off x="7183356" y="2352077"/>
            <a:ext cx="1384369" cy="2299975"/>
          </a:xfrm>
          <a:prstGeom prst="rect">
            <a:avLst/>
          </a:prstGeom>
          <a:noFill/>
          <a:ln>
            <a:noFill/>
          </a:ln>
        </p:spPr>
      </p:pic>
      <p:sp>
        <p:nvSpPr>
          <p:cNvPr id="483" name="Google Shape;483;p5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87"/>
        <p:cNvGrpSpPr/>
        <p:nvPr/>
      </p:nvGrpSpPr>
      <p:grpSpPr>
        <a:xfrm>
          <a:off x="0" y="0"/>
          <a:ext cx="0" cy="0"/>
          <a:chOff x="0" y="0"/>
          <a:chExt cx="0" cy="0"/>
        </a:xfrm>
      </p:grpSpPr>
      <p:pic>
        <p:nvPicPr>
          <p:cNvPr id="488" name="Google Shape;488;p51"/>
          <p:cNvPicPr preferRelativeResize="0"/>
          <p:nvPr/>
        </p:nvPicPr>
        <p:blipFill>
          <a:blip r:embed="rId3">
            <a:alphaModFix/>
          </a:blip>
          <a:stretch>
            <a:fillRect/>
          </a:stretch>
        </p:blipFill>
        <p:spPr>
          <a:xfrm>
            <a:off x="216000" y="3317372"/>
            <a:ext cx="2076492" cy="1516203"/>
          </a:xfrm>
          <a:prstGeom prst="rect">
            <a:avLst/>
          </a:prstGeom>
          <a:noFill/>
          <a:ln>
            <a:noFill/>
          </a:ln>
        </p:spPr>
      </p:pic>
      <p:pic>
        <p:nvPicPr>
          <p:cNvPr id="489" name="Google Shape;489;p51"/>
          <p:cNvPicPr preferRelativeResize="0"/>
          <p:nvPr/>
        </p:nvPicPr>
        <p:blipFill>
          <a:blip r:embed="rId4">
            <a:alphaModFix/>
          </a:blip>
          <a:stretch>
            <a:fillRect/>
          </a:stretch>
        </p:blipFill>
        <p:spPr>
          <a:xfrm>
            <a:off x="3187638" y="3193609"/>
            <a:ext cx="2521612" cy="1570529"/>
          </a:xfrm>
          <a:prstGeom prst="rect">
            <a:avLst/>
          </a:prstGeom>
          <a:noFill/>
          <a:ln>
            <a:noFill/>
          </a:ln>
        </p:spPr>
      </p:pic>
      <p:pic>
        <p:nvPicPr>
          <p:cNvPr id="490" name="Google Shape;490;p51"/>
          <p:cNvPicPr preferRelativeResize="0"/>
          <p:nvPr/>
        </p:nvPicPr>
        <p:blipFill>
          <a:blip r:embed="rId5">
            <a:alphaModFix/>
          </a:blip>
          <a:stretch>
            <a:fillRect/>
          </a:stretch>
        </p:blipFill>
        <p:spPr>
          <a:xfrm>
            <a:off x="6802503" y="2908509"/>
            <a:ext cx="1858499" cy="1855622"/>
          </a:xfrm>
          <a:prstGeom prst="rect">
            <a:avLst/>
          </a:prstGeom>
          <a:noFill/>
          <a:ln>
            <a:noFill/>
          </a:ln>
        </p:spPr>
      </p:pic>
      <p:sp>
        <p:nvSpPr>
          <p:cNvPr id="491" name="Google Shape;491;p5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95"/>
        <p:cNvGrpSpPr/>
        <p:nvPr/>
      </p:nvGrpSpPr>
      <p:grpSpPr>
        <a:xfrm>
          <a:off x="0" y="0"/>
          <a:ext cx="0" cy="0"/>
          <a:chOff x="0" y="0"/>
          <a:chExt cx="0" cy="0"/>
        </a:xfrm>
      </p:grpSpPr>
      <p:pic>
        <p:nvPicPr>
          <p:cNvPr id="496" name="Google Shape;496;p52"/>
          <p:cNvPicPr preferRelativeResize="0"/>
          <p:nvPr/>
        </p:nvPicPr>
        <p:blipFill>
          <a:blip r:embed="rId3">
            <a:alphaModFix/>
          </a:blip>
          <a:stretch>
            <a:fillRect/>
          </a:stretch>
        </p:blipFill>
        <p:spPr>
          <a:xfrm>
            <a:off x="5310200" y="2289275"/>
            <a:ext cx="2357450" cy="2446999"/>
          </a:xfrm>
          <a:prstGeom prst="rect">
            <a:avLst/>
          </a:prstGeom>
          <a:noFill/>
          <a:ln>
            <a:noFill/>
          </a:ln>
        </p:spPr>
      </p:pic>
      <p:pic>
        <p:nvPicPr>
          <p:cNvPr id="497" name="Google Shape;497;p52"/>
          <p:cNvPicPr preferRelativeResize="0"/>
          <p:nvPr/>
        </p:nvPicPr>
        <p:blipFill>
          <a:blip r:embed="rId4">
            <a:alphaModFix/>
          </a:blip>
          <a:stretch>
            <a:fillRect/>
          </a:stretch>
        </p:blipFill>
        <p:spPr>
          <a:xfrm>
            <a:off x="1178700" y="2400718"/>
            <a:ext cx="2503749" cy="2152709"/>
          </a:xfrm>
          <a:prstGeom prst="rect">
            <a:avLst/>
          </a:prstGeom>
          <a:noFill/>
          <a:ln>
            <a:noFill/>
          </a:ln>
        </p:spPr>
      </p:pic>
      <p:sp>
        <p:nvSpPr>
          <p:cNvPr id="498" name="Google Shape;498;p52"/>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2"/>
        <p:cNvGrpSpPr/>
        <p:nvPr/>
      </p:nvGrpSpPr>
      <p:grpSpPr>
        <a:xfrm>
          <a:off x="0" y="0"/>
          <a:ext cx="0" cy="0"/>
          <a:chOff x="0" y="0"/>
          <a:chExt cx="0" cy="0"/>
        </a:xfrm>
      </p:grpSpPr>
      <p:pic>
        <p:nvPicPr>
          <p:cNvPr id="503" name="Google Shape;503;p53"/>
          <p:cNvPicPr preferRelativeResize="0"/>
          <p:nvPr/>
        </p:nvPicPr>
        <p:blipFill>
          <a:blip r:embed="rId3">
            <a:alphaModFix/>
          </a:blip>
          <a:stretch>
            <a:fillRect/>
          </a:stretch>
        </p:blipFill>
        <p:spPr>
          <a:xfrm>
            <a:off x="4533901" y="1324425"/>
            <a:ext cx="4202902" cy="3500000"/>
          </a:xfrm>
          <a:prstGeom prst="rect">
            <a:avLst/>
          </a:prstGeom>
          <a:noFill/>
          <a:ln>
            <a:noFill/>
          </a:ln>
        </p:spPr>
      </p:pic>
      <p:pic>
        <p:nvPicPr>
          <p:cNvPr id="504" name="Google Shape;504;p53"/>
          <p:cNvPicPr preferRelativeResize="0"/>
          <p:nvPr/>
        </p:nvPicPr>
        <p:blipFill>
          <a:blip r:embed="rId4">
            <a:alphaModFix/>
          </a:blip>
          <a:stretch>
            <a:fillRect/>
          </a:stretch>
        </p:blipFill>
        <p:spPr>
          <a:xfrm>
            <a:off x="545325" y="2232800"/>
            <a:ext cx="2943199" cy="2534450"/>
          </a:xfrm>
          <a:prstGeom prst="rect">
            <a:avLst/>
          </a:prstGeom>
          <a:noFill/>
          <a:ln>
            <a:noFill/>
          </a:ln>
        </p:spPr>
      </p:pic>
      <p:sp>
        <p:nvSpPr>
          <p:cNvPr id="505" name="Google Shape;505;p53"/>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9"/>
        <p:cNvGrpSpPr/>
        <p:nvPr/>
      </p:nvGrpSpPr>
      <p:grpSpPr>
        <a:xfrm>
          <a:off x="0" y="0"/>
          <a:ext cx="0" cy="0"/>
          <a:chOff x="0" y="0"/>
          <a:chExt cx="0" cy="0"/>
        </a:xfrm>
      </p:grpSpPr>
      <p:pic>
        <p:nvPicPr>
          <p:cNvPr id="510" name="Google Shape;510;p54"/>
          <p:cNvPicPr preferRelativeResize="0"/>
          <p:nvPr/>
        </p:nvPicPr>
        <p:blipFill>
          <a:blip r:embed="rId3">
            <a:alphaModFix/>
          </a:blip>
          <a:stretch>
            <a:fillRect/>
          </a:stretch>
        </p:blipFill>
        <p:spPr>
          <a:xfrm>
            <a:off x="2426988" y="1760200"/>
            <a:ext cx="4290023" cy="2837074"/>
          </a:xfrm>
          <a:prstGeom prst="rect">
            <a:avLst/>
          </a:prstGeom>
          <a:noFill/>
          <a:ln>
            <a:noFill/>
          </a:ln>
        </p:spPr>
      </p:pic>
      <p:sp>
        <p:nvSpPr>
          <p:cNvPr id="511" name="Google Shape;511;p54"/>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15"/>
        <p:cNvGrpSpPr/>
        <p:nvPr/>
      </p:nvGrpSpPr>
      <p:grpSpPr>
        <a:xfrm>
          <a:off x="0" y="0"/>
          <a:ext cx="0" cy="0"/>
          <a:chOff x="0" y="0"/>
          <a:chExt cx="0" cy="0"/>
        </a:xfrm>
      </p:grpSpPr>
      <p:pic>
        <p:nvPicPr>
          <p:cNvPr id="516" name="Google Shape;516;p55"/>
          <p:cNvPicPr preferRelativeResize="0"/>
          <p:nvPr/>
        </p:nvPicPr>
        <p:blipFill>
          <a:blip r:embed="rId3">
            <a:alphaModFix/>
          </a:blip>
          <a:stretch>
            <a:fillRect/>
          </a:stretch>
        </p:blipFill>
        <p:spPr>
          <a:xfrm>
            <a:off x="2488550" y="1917925"/>
            <a:ext cx="4166902" cy="2604301"/>
          </a:xfrm>
          <a:prstGeom prst="rect">
            <a:avLst/>
          </a:prstGeom>
          <a:noFill/>
          <a:ln>
            <a:noFill/>
          </a:ln>
        </p:spPr>
      </p:pic>
      <p:sp>
        <p:nvSpPr>
          <p:cNvPr id="517" name="Google Shape;517;p55"/>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1"/>
        <p:cNvGrpSpPr/>
        <p:nvPr/>
      </p:nvGrpSpPr>
      <p:grpSpPr>
        <a:xfrm>
          <a:off x="0" y="0"/>
          <a:ext cx="0" cy="0"/>
          <a:chOff x="0" y="0"/>
          <a:chExt cx="0" cy="0"/>
        </a:xfrm>
      </p:grpSpPr>
      <p:pic>
        <p:nvPicPr>
          <p:cNvPr id="522" name="Google Shape;522;p56"/>
          <p:cNvPicPr preferRelativeResize="0"/>
          <p:nvPr/>
        </p:nvPicPr>
        <p:blipFill>
          <a:blip r:embed="rId3">
            <a:alphaModFix/>
          </a:blip>
          <a:stretch>
            <a:fillRect/>
          </a:stretch>
        </p:blipFill>
        <p:spPr>
          <a:xfrm>
            <a:off x="1371125" y="2134726"/>
            <a:ext cx="6401751" cy="2510050"/>
          </a:xfrm>
          <a:prstGeom prst="rect">
            <a:avLst/>
          </a:prstGeom>
          <a:noFill/>
          <a:ln>
            <a:noFill/>
          </a:ln>
        </p:spPr>
      </p:pic>
      <p:sp>
        <p:nvSpPr>
          <p:cNvPr id="523" name="Google Shape;523;p5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7"/>
        <p:cNvGrpSpPr/>
        <p:nvPr/>
      </p:nvGrpSpPr>
      <p:grpSpPr>
        <a:xfrm>
          <a:off x="0" y="0"/>
          <a:ext cx="0" cy="0"/>
          <a:chOff x="0" y="0"/>
          <a:chExt cx="0" cy="0"/>
        </a:xfrm>
      </p:grpSpPr>
      <p:pic>
        <p:nvPicPr>
          <p:cNvPr id="528" name="Google Shape;528;p57"/>
          <p:cNvPicPr preferRelativeResize="0"/>
          <p:nvPr/>
        </p:nvPicPr>
        <p:blipFill>
          <a:blip r:embed="rId3">
            <a:alphaModFix/>
          </a:blip>
          <a:stretch>
            <a:fillRect/>
          </a:stretch>
        </p:blipFill>
        <p:spPr>
          <a:xfrm>
            <a:off x="749300" y="2937550"/>
            <a:ext cx="1637450" cy="1626225"/>
          </a:xfrm>
          <a:prstGeom prst="rect">
            <a:avLst/>
          </a:prstGeom>
          <a:noFill/>
          <a:ln>
            <a:noFill/>
          </a:ln>
        </p:spPr>
      </p:pic>
      <p:pic>
        <p:nvPicPr>
          <p:cNvPr id="529" name="Google Shape;529;p57"/>
          <p:cNvPicPr preferRelativeResize="0"/>
          <p:nvPr/>
        </p:nvPicPr>
        <p:blipFill>
          <a:blip r:embed="rId4">
            <a:alphaModFix/>
          </a:blip>
          <a:stretch>
            <a:fillRect/>
          </a:stretch>
        </p:blipFill>
        <p:spPr>
          <a:xfrm>
            <a:off x="7145038" y="3261400"/>
            <a:ext cx="1214325" cy="998820"/>
          </a:xfrm>
          <a:prstGeom prst="rect">
            <a:avLst/>
          </a:prstGeom>
          <a:noFill/>
          <a:ln>
            <a:noFill/>
          </a:ln>
        </p:spPr>
      </p:pic>
      <p:pic>
        <p:nvPicPr>
          <p:cNvPr id="530" name="Google Shape;530;p57"/>
          <p:cNvPicPr preferRelativeResize="0"/>
          <p:nvPr/>
        </p:nvPicPr>
        <p:blipFill>
          <a:blip r:embed="rId5">
            <a:alphaModFix/>
          </a:blip>
          <a:stretch>
            <a:fillRect/>
          </a:stretch>
        </p:blipFill>
        <p:spPr>
          <a:xfrm>
            <a:off x="3580982" y="2861350"/>
            <a:ext cx="2293643" cy="1775225"/>
          </a:xfrm>
          <a:prstGeom prst="rect">
            <a:avLst/>
          </a:prstGeom>
          <a:noFill/>
          <a:ln>
            <a:noFill/>
          </a:ln>
        </p:spPr>
      </p:pic>
      <p:sp>
        <p:nvSpPr>
          <p:cNvPr id="531" name="Google Shape;531;p57"/>
          <p:cNvSpPr txBox="1">
            <a:spLocks noGrp="1"/>
          </p:cNvSpPr>
          <p:nvPr>
            <p:ph type="subTitle" idx="1"/>
          </p:nvPr>
        </p:nvSpPr>
        <p:spPr>
          <a:xfrm>
            <a:off x="139800" y="1537525"/>
            <a:ext cx="4909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Sobachka (Doggy) is our career character, </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but we also use it in other contexts sometimes</a:t>
            </a:r>
            <a:endParaRPr sz="1600">
              <a:solidFill>
                <a:schemeClr val="dk1"/>
              </a:solidFill>
              <a:latin typeface="Inter"/>
              <a:ea typeface="Inter"/>
              <a:cs typeface="Inter"/>
              <a:sym typeface="Inter"/>
            </a:endParaRPr>
          </a:p>
        </p:txBody>
      </p:sp>
      <p:sp>
        <p:nvSpPr>
          <p:cNvPr id="532" name="Google Shape;532;p57"/>
          <p:cNvSpPr txBox="1">
            <a:spLocks noGrp="1"/>
          </p:cNvSpPr>
          <p:nvPr>
            <p:ph type="subTitle" idx="2"/>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36"/>
        <p:cNvGrpSpPr/>
        <p:nvPr/>
      </p:nvGrpSpPr>
      <p:grpSpPr>
        <a:xfrm>
          <a:off x="0" y="0"/>
          <a:ext cx="0" cy="0"/>
          <a:chOff x="0" y="0"/>
          <a:chExt cx="0" cy="0"/>
        </a:xfrm>
      </p:grpSpPr>
      <p:pic>
        <p:nvPicPr>
          <p:cNvPr id="537" name="Google Shape;537;p58"/>
          <p:cNvPicPr preferRelativeResize="0"/>
          <p:nvPr/>
        </p:nvPicPr>
        <p:blipFill>
          <a:blip r:embed="rId3">
            <a:alphaModFix/>
          </a:blip>
          <a:stretch>
            <a:fillRect/>
          </a:stretch>
        </p:blipFill>
        <p:spPr>
          <a:xfrm>
            <a:off x="1121090" y="2491300"/>
            <a:ext cx="2946930" cy="2001349"/>
          </a:xfrm>
          <a:prstGeom prst="rect">
            <a:avLst/>
          </a:prstGeom>
          <a:noFill/>
          <a:ln>
            <a:noFill/>
          </a:ln>
        </p:spPr>
      </p:pic>
      <p:pic>
        <p:nvPicPr>
          <p:cNvPr id="538" name="Google Shape;538;p58"/>
          <p:cNvPicPr preferRelativeResize="0"/>
          <p:nvPr/>
        </p:nvPicPr>
        <p:blipFill>
          <a:blip r:embed="rId4">
            <a:alphaModFix/>
          </a:blip>
          <a:stretch>
            <a:fillRect/>
          </a:stretch>
        </p:blipFill>
        <p:spPr>
          <a:xfrm>
            <a:off x="5044575" y="2415100"/>
            <a:ext cx="2946924" cy="2153726"/>
          </a:xfrm>
          <a:prstGeom prst="rect">
            <a:avLst/>
          </a:prstGeom>
          <a:noFill/>
          <a:ln>
            <a:noFill/>
          </a:ln>
        </p:spPr>
      </p:pic>
      <p:sp>
        <p:nvSpPr>
          <p:cNvPr id="539" name="Google Shape;539;p58"/>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43"/>
        <p:cNvGrpSpPr/>
        <p:nvPr/>
      </p:nvGrpSpPr>
      <p:grpSpPr>
        <a:xfrm>
          <a:off x="0" y="0"/>
          <a:ext cx="0" cy="0"/>
          <a:chOff x="0" y="0"/>
          <a:chExt cx="0" cy="0"/>
        </a:xfrm>
      </p:grpSpPr>
      <p:pic>
        <p:nvPicPr>
          <p:cNvPr id="544" name="Google Shape;544;p59"/>
          <p:cNvPicPr preferRelativeResize="0"/>
          <p:nvPr/>
        </p:nvPicPr>
        <p:blipFill>
          <a:blip r:embed="rId3">
            <a:alphaModFix/>
          </a:blip>
          <a:stretch>
            <a:fillRect/>
          </a:stretch>
        </p:blipFill>
        <p:spPr>
          <a:xfrm>
            <a:off x="761700" y="2617558"/>
            <a:ext cx="3451124" cy="1862343"/>
          </a:xfrm>
          <a:prstGeom prst="rect">
            <a:avLst/>
          </a:prstGeom>
          <a:noFill/>
          <a:ln>
            <a:noFill/>
          </a:ln>
        </p:spPr>
      </p:pic>
      <p:pic>
        <p:nvPicPr>
          <p:cNvPr id="545" name="Google Shape;545;p59"/>
          <p:cNvPicPr preferRelativeResize="0"/>
          <p:nvPr/>
        </p:nvPicPr>
        <p:blipFill>
          <a:blip r:embed="rId4">
            <a:alphaModFix/>
          </a:blip>
          <a:stretch>
            <a:fillRect/>
          </a:stretch>
        </p:blipFill>
        <p:spPr>
          <a:xfrm>
            <a:off x="5457739" y="2190150"/>
            <a:ext cx="2744986" cy="2412499"/>
          </a:xfrm>
          <a:prstGeom prst="rect">
            <a:avLst/>
          </a:prstGeom>
          <a:noFill/>
          <a:ln>
            <a:noFill/>
          </a:ln>
        </p:spPr>
      </p:pic>
      <p:sp>
        <p:nvSpPr>
          <p:cNvPr id="546" name="Google Shape;546;p5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0"/>
        <p:cNvGrpSpPr/>
        <p:nvPr/>
      </p:nvGrpSpPr>
      <p:grpSpPr>
        <a:xfrm>
          <a:off x="0" y="0"/>
          <a:ext cx="0" cy="0"/>
          <a:chOff x="0" y="0"/>
          <a:chExt cx="0" cy="0"/>
        </a:xfrm>
      </p:grpSpPr>
      <p:pic>
        <p:nvPicPr>
          <p:cNvPr id="551" name="Google Shape;551;p60"/>
          <p:cNvPicPr preferRelativeResize="0"/>
          <p:nvPr/>
        </p:nvPicPr>
        <p:blipFill>
          <a:blip r:embed="rId3">
            <a:alphaModFix/>
          </a:blip>
          <a:stretch>
            <a:fillRect/>
          </a:stretch>
        </p:blipFill>
        <p:spPr>
          <a:xfrm>
            <a:off x="746400" y="3145337"/>
            <a:ext cx="1572967" cy="1235709"/>
          </a:xfrm>
          <a:prstGeom prst="rect">
            <a:avLst/>
          </a:prstGeom>
          <a:noFill/>
          <a:ln>
            <a:noFill/>
          </a:ln>
        </p:spPr>
      </p:pic>
      <p:pic>
        <p:nvPicPr>
          <p:cNvPr id="552" name="Google Shape;552;p60"/>
          <p:cNvPicPr preferRelativeResize="0"/>
          <p:nvPr/>
        </p:nvPicPr>
        <p:blipFill>
          <a:blip r:embed="rId4">
            <a:alphaModFix/>
          </a:blip>
          <a:stretch>
            <a:fillRect/>
          </a:stretch>
        </p:blipFill>
        <p:spPr>
          <a:xfrm>
            <a:off x="6609183" y="2560500"/>
            <a:ext cx="1615942" cy="1937931"/>
          </a:xfrm>
          <a:prstGeom prst="rect">
            <a:avLst/>
          </a:prstGeom>
          <a:noFill/>
          <a:ln>
            <a:noFill/>
          </a:ln>
        </p:spPr>
      </p:pic>
      <p:pic>
        <p:nvPicPr>
          <p:cNvPr id="553" name="Google Shape;553;p60"/>
          <p:cNvPicPr preferRelativeResize="0"/>
          <p:nvPr/>
        </p:nvPicPr>
        <p:blipFill>
          <a:blip r:embed="rId5">
            <a:alphaModFix/>
          </a:blip>
          <a:stretch>
            <a:fillRect/>
          </a:stretch>
        </p:blipFill>
        <p:spPr>
          <a:xfrm>
            <a:off x="3838198" y="3086649"/>
            <a:ext cx="1252168" cy="1353088"/>
          </a:xfrm>
          <a:prstGeom prst="rect">
            <a:avLst/>
          </a:prstGeom>
          <a:noFill/>
          <a:ln>
            <a:noFill/>
          </a:ln>
        </p:spPr>
      </p:pic>
      <p:sp>
        <p:nvSpPr>
          <p:cNvPr id="554" name="Google Shape;554;p6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8"/>
        <p:cNvGrpSpPr/>
        <p:nvPr/>
      </p:nvGrpSpPr>
      <p:grpSpPr>
        <a:xfrm>
          <a:off x="0" y="0"/>
          <a:ext cx="0" cy="0"/>
          <a:chOff x="0" y="0"/>
          <a:chExt cx="0" cy="0"/>
        </a:xfrm>
      </p:grpSpPr>
      <p:sp>
        <p:nvSpPr>
          <p:cNvPr id="559" name="Google Shape;559;p6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pic>
        <p:nvPicPr>
          <p:cNvPr id="560" name="Google Shape;560;p61"/>
          <p:cNvPicPr preferRelativeResize="0"/>
          <p:nvPr/>
        </p:nvPicPr>
        <p:blipFill>
          <a:blip r:embed="rId3">
            <a:alphaModFix/>
          </a:blip>
          <a:stretch>
            <a:fillRect/>
          </a:stretch>
        </p:blipFill>
        <p:spPr>
          <a:xfrm>
            <a:off x="338850" y="3170525"/>
            <a:ext cx="2344962" cy="1594349"/>
          </a:xfrm>
          <a:prstGeom prst="rect">
            <a:avLst/>
          </a:prstGeom>
          <a:noFill/>
          <a:ln>
            <a:noFill/>
          </a:ln>
        </p:spPr>
      </p:pic>
      <p:pic>
        <p:nvPicPr>
          <p:cNvPr id="561" name="Google Shape;561;p61"/>
          <p:cNvPicPr preferRelativeResize="0"/>
          <p:nvPr/>
        </p:nvPicPr>
        <p:blipFill>
          <a:blip r:embed="rId4">
            <a:alphaModFix/>
          </a:blip>
          <a:stretch>
            <a:fillRect/>
          </a:stretch>
        </p:blipFill>
        <p:spPr>
          <a:xfrm>
            <a:off x="6818975" y="3092825"/>
            <a:ext cx="1692525" cy="1650375"/>
          </a:xfrm>
          <a:prstGeom prst="rect">
            <a:avLst/>
          </a:prstGeom>
          <a:noFill/>
          <a:ln>
            <a:noFill/>
          </a:ln>
        </p:spPr>
      </p:pic>
      <p:pic>
        <p:nvPicPr>
          <p:cNvPr id="562" name="Google Shape;562;p61"/>
          <p:cNvPicPr preferRelativeResize="0"/>
          <p:nvPr/>
        </p:nvPicPr>
        <p:blipFill>
          <a:blip r:embed="rId5">
            <a:alphaModFix/>
          </a:blip>
          <a:stretch>
            <a:fillRect/>
          </a:stretch>
        </p:blipFill>
        <p:spPr>
          <a:xfrm>
            <a:off x="3730722" y="2672030"/>
            <a:ext cx="2041332" cy="2092845"/>
          </a:xfrm>
          <a:prstGeom prst="rect">
            <a:avLst/>
          </a:prstGeom>
          <a:noFill/>
          <a:ln>
            <a:noFill/>
          </a:ln>
        </p:spPr>
      </p:pic>
      <p:pic>
        <p:nvPicPr>
          <p:cNvPr id="563" name="Google Shape;563;p61"/>
          <p:cNvPicPr preferRelativeResize="0"/>
          <p:nvPr/>
        </p:nvPicPr>
        <p:blipFill>
          <a:blip r:embed="rId6">
            <a:alphaModFix/>
          </a:blip>
          <a:stretch>
            <a:fillRect/>
          </a:stretch>
        </p:blipFill>
        <p:spPr>
          <a:xfrm>
            <a:off x="6374350" y="930100"/>
            <a:ext cx="2137150" cy="12877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700</TotalTime>
  <Words>1833</Words>
  <Application>Microsoft Office PowerPoint</Application>
  <PresentationFormat>Presentación en pantalla (16:9)</PresentationFormat>
  <Paragraphs>185</Paragraphs>
  <Slides>49</Slides>
  <Notes>49</Notes>
  <HiddenSlides>35</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49</vt:i4>
      </vt:variant>
    </vt:vector>
  </HeadingPairs>
  <TitlesOfParts>
    <vt:vector size="56" baseType="lpstr">
      <vt:lpstr>Arial</vt:lpstr>
      <vt:lpstr>Inter ExtraBold</vt:lpstr>
      <vt:lpstr>Inter Medium</vt:lpstr>
      <vt:lpstr>Inter</vt:lpstr>
      <vt:lpstr>Roboto Mono</vt:lpstr>
      <vt:lpstr>Inter SemiBold</vt:lpstr>
      <vt:lpstr>Simple Light</vt:lpstr>
      <vt:lpstr>Webinar 14 - Sprint 7 Ide - Git</vt:lpstr>
      <vt:lpstr>Agenda</vt:lpstr>
      <vt:lpstr>Acuerdos</vt:lpstr>
      <vt:lpstr>Objetivo</vt:lpstr>
      <vt:lpstr>Midamos los ánimos</vt:lpstr>
      <vt:lpstr>Recap</vt:lpstr>
      <vt:lpstr>¿Qué es un Anaconda?</vt:lpstr>
      <vt:lpstr>Vamos a Jupyter!</vt:lpstr>
      <vt:lpstr>¿Qué es un IDE?</vt:lpstr>
      <vt:lpstr>Vamos a Jupyter!</vt:lpstr>
      <vt:lpstr>Creando un proyecto básico</vt:lpstr>
      <vt:lpstr>Hora de cerrar ):</vt:lpstr>
      <vt:lpstr>¿Cómo te sientes luego de la sesión?</vt:lpstr>
      <vt:lpstr>Thanks      for coming!</vt:lpstr>
      <vt:lpstr>Slide title</vt:lpstr>
      <vt:lpstr>Slide title</vt:lpstr>
      <vt:lpstr>Slide title</vt:lpstr>
      <vt:lpstr>Slide title</vt:lpstr>
      <vt:lpstr>Slide title</vt:lpstr>
      <vt:lpstr>Slide title</vt:lpstr>
      <vt:lpstr>Slide title</vt:lpstr>
      <vt:lpstr>Slide title</vt:lpstr>
      <vt:lpstr>Code example</vt:lpstr>
      <vt:lpstr>Accent slide</vt:lpstr>
      <vt:lpstr>What? A scalable product</vt:lpstr>
      <vt:lpstr>Points</vt:lpstr>
      <vt:lpstr>Some data</vt:lpstr>
      <vt:lpstr>Additional assets ↓</vt:lpstr>
      <vt:lpstr>Our photo stock</vt:lpstr>
      <vt:lpstr>Presentación de PowerPoint</vt:lpstr>
      <vt:lpstr>Presentación de PowerPoint</vt:lpstr>
      <vt:lpstr>Student      support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Leyton Jean Piere Castro</cp:lastModifiedBy>
  <cp:revision>15</cp:revision>
  <dcterms:modified xsi:type="dcterms:W3CDTF">2025-03-09T20:04:56Z</dcterms:modified>
</cp:coreProperties>
</file>