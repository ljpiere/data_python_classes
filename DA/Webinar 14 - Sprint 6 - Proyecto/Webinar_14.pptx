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9"/>
  </p:notesMasterIdLst>
  <p:sldIdLst>
    <p:sldId id="256" r:id="rId2"/>
    <p:sldId id="258" r:id="rId3"/>
    <p:sldId id="305" r:id="rId4"/>
    <p:sldId id="275" r:id="rId5"/>
    <p:sldId id="311" r:id="rId6"/>
    <p:sldId id="264" r:id="rId7"/>
    <p:sldId id="278" r:id="rId8"/>
    <p:sldId id="277" r:id="rId9"/>
    <p:sldId id="304" r:id="rId10"/>
    <p:sldId id="306" r:id="rId11"/>
    <p:sldId id="281" r:id="rId12"/>
    <p:sldId id="263" r:id="rId13"/>
    <p:sldId id="265" r:id="rId14"/>
    <p:sldId id="266" r:id="rId15"/>
    <p:sldId id="267" r:id="rId16"/>
    <p:sldId id="268" r:id="rId17"/>
    <p:sldId id="269" r:id="rId18"/>
    <p:sldId id="270" r:id="rId19"/>
    <p:sldId id="271" r:id="rId20"/>
    <p:sldId id="272" r:id="rId21"/>
    <p:sldId id="273" r:id="rId22"/>
    <p:sldId id="274" r:id="rId23"/>
    <p:sldId id="276"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9144000" cy="5143500" type="screen16x9"/>
  <p:notesSz cx="6858000" cy="9144000"/>
  <p:embeddedFontLst>
    <p:embeddedFont>
      <p:font typeface="Inter" panose="020B0604020202020204" charset="0"/>
      <p:regular r:id="rId50"/>
      <p:bold r:id="rId51"/>
      <p:italic r:id="rId52"/>
      <p:boldItalic r:id="rId53"/>
    </p:embeddedFont>
    <p:embeddedFont>
      <p:font typeface="Inter ExtraBold" panose="020B0604020202020204" charset="0"/>
      <p:bold r:id="rId54"/>
      <p:boldItalic r:id="rId55"/>
    </p:embeddedFont>
    <p:embeddedFont>
      <p:font typeface="Inter Medium" panose="020B0604020202020204" charset="0"/>
      <p:regular r:id="rId56"/>
      <p:bold r:id="rId57"/>
      <p:italic r:id="rId58"/>
      <p:boldItalic r:id="rId59"/>
    </p:embeddedFont>
    <p:embeddedFont>
      <p:font typeface="Inter SemiBold" panose="020B0604020202020204" charset="0"/>
      <p:regular r:id="rId60"/>
      <p:bold r:id="rId61"/>
      <p:italic r:id="rId62"/>
      <p:boldItalic r:id="rId63"/>
    </p:embeddedFont>
    <p:embeddedFont>
      <p:font typeface="Roboto Mono" panose="00000009000000000000" pitchFamily="49"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26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FF1A26C5-35FD-04CC-47A4-D0D20FD38B4A}"/>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F364E2EE-0740-F96B-B62C-2B315EFA30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3FBE6D50-B1A0-C574-7674-C21E7DDB4E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0487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8.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9.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9.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7.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4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4.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6.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7.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14 - Sprint 6</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Proyecto final de modulo 1</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Objetivos del proyecto</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Recomendaciones</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Revisión código</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Entender el proceso de EDA.</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Establecer de forma clara plan de solución.</a:t>
            </a:r>
            <a:endParaRPr lang="es-CO"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600" dirty="0"/>
              <a:t>Desarrollar entendimiento analítico de las pruebas de hipótesis..</a:t>
            </a:r>
            <a:endParaRPr sz="12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Shape 239">
          <a:extLst>
            <a:ext uri="{FF2B5EF4-FFF2-40B4-BE49-F238E27FC236}">
              <a16:creationId xmlns:a16="http://schemas.microsoft.com/office/drawing/2014/main" id="{942D40D5-E6DC-134D-0F31-E539A7FDB2EA}"/>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10B078DD-F193-DC5B-32B3-BE89FE60E818}"/>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1CEA09F8-3798-BE85-B0E0-7D328003251A}"/>
              </a:ext>
            </a:extLst>
          </p:cNvPr>
          <p:cNvSpPr txBox="1">
            <a:spLocks noGrp="1"/>
          </p:cNvSpPr>
          <p:nvPr>
            <p:ph type="ctrTitle"/>
          </p:nvPr>
        </p:nvSpPr>
        <p:spPr>
          <a:xfrm>
            <a:off x="322800" y="817438"/>
            <a:ext cx="6138384" cy="1015632"/>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err="1">
                <a:solidFill>
                  <a:srgbClr val="1A1A1A"/>
                </a:solidFill>
                <a:latin typeface="Inter ExtraBold"/>
                <a:ea typeface="Inter ExtraBold"/>
                <a:cs typeface="Inter ExtraBold"/>
                <a:sym typeface="Inter ExtraBold"/>
              </a:rPr>
              <a:t>Recap</a:t>
            </a:r>
            <a:endParaRPr lang="es-ES" sz="6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3188567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sym typeface="Inter Medium"/>
              </a:rPr>
              <a:t>Establecer una estructura del notebook es clave</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Las pruebas de hipotesis nos ayudan a concluir comportamientos de los datos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La toma de decisiones es clave en el proyecto</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1703</TotalTime>
  <Words>1576</Words>
  <Application>Microsoft Office PowerPoint</Application>
  <PresentationFormat>Presentación en pantalla (16:9)</PresentationFormat>
  <Paragraphs>167</Paragraphs>
  <Slides>47</Slides>
  <Notes>47</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47</vt:i4>
      </vt:variant>
    </vt:vector>
  </HeadingPairs>
  <TitlesOfParts>
    <vt:vector size="54" baseType="lpstr">
      <vt:lpstr>Roboto Mono</vt:lpstr>
      <vt:lpstr>Inter ExtraBold</vt:lpstr>
      <vt:lpstr>Inter</vt:lpstr>
      <vt:lpstr>Inter Medium</vt:lpstr>
      <vt:lpstr>Arial</vt:lpstr>
      <vt:lpstr>Inter SemiBold</vt:lpstr>
      <vt:lpstr>Simple Light</vt:lpstr>
      <vt:lpstr>Webinar 14 - Sprint 6 Proyecto final de modulo 1</vt:lpstr>
      <vt:lpstr>Agenda</vt:lpstr>
      <vt:lpstr>Acuerdos</vt:lpstr>
      <vt:lpstr>Objetivo</vt:lpstr>
      <vt:lpstr>Recap</vt:lpstr>
      <vt:lpstr>Recap</vt:lpstr>
      <vt:lpstr>Midamos los ánimos</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13</cp:revision>
  <dcterms:modified xsi:type="dcterms:W3CDTF">2025-09-09T14:35:40Z</dcterms:modified>
</cp:coreProperties>
</file>