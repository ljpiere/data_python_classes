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9"/>
  </p:notesMasterIdLst>
  <p:sldIdLst>
    <p:sldId id="256" r:id="rId2"/>
    <p:sldId id="258" r:id="rId3"/>
    <p:sldId id="305" r:id="rId4"/>
    <p:sldId id="260" r:id="rId5"/>
    <p:sldId id="275" r:id="rId6"/>
    <p:sldId id="278" r:id="rId7"/>
    <p:sldId id="264" r:id="rId8"/>
    <p:sldId id="314" r:id="rId9"/>
    <p:sldId id="304" r:id="rId10"/>
    <p:sldId id="306" r:id="rId11"/>
    <p:sldId id="281" r:id="rId12"/>
    <p:sldId id="263" r:id="rId13"/>
    <p:sldId id="265" r:id="rId14"/>
    <p:sldId id="266" r:id="rId15"/>
    <p:sldId id="267" r:id="rId16"/>
    <p:sldId id="268" r:id="rId17"/>
    <p:sldId id="269" r:id="rId18"/>
    <p:sldId id="270" r:id="rId19"/>
    <p:sldId id="271" r:id="rId20"/>
    <p:sldId id="272" r:id="rId21"/>
    <p:sldId id="273" r:id="rId22"/>
    <p:sldId id="274" r:id="rId23"/>
    <p:sldId id="276"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9144000" cy="5143500" type="screen16x9"/>
  <p:notesSz cx="6858000" cy="9144000"/>
  <p:embeddedFontLst>
    <p:embeddedFont>
      <p:font typeface="Inter" panose="020B0604020202020204" charset="0"/>
      <p:regular r:id="rId50"/>
      <p:bold r:id="rId51"/>
      <p:italic r:id="rId52"/>
      <p:boldItalic r:id="rId53"/>
    </p:embeddedFont>
    <p:embeddedFont>
      <p:font typeface="Inter ExtraBold" panose="020B0604020202020204" charset="0"/>
      <p:bold r:id="rId54"/>
      <p:boldItalic r:id="rId55"/>
    </p:embeddedFont>
    <p:embeddedFont>
      <p:font typeface="Inter Medium" panose="020B0604020202020204" charset="0"/>
      <p:regular r:id="rId56"/>
      <p:bold r:id="rId57"/>
      <p:italic r:id="rId58"/>
      <p:boldItalic r:id="rId59"/>
    </p:embeddedFont>
    <p:embeddedFont>
      <p:font typeface="Inter SemiBold" panose="020B0604020202020204" charset="0"/>
      <p:regular r:id="rId60"/>
      <p:bold r:id="rId61"/>
      <p:italic r:id="rId62"/>
      <p:boldItalic r:id="rId63"/>
    </p:embeddedFont>
    <p:embeddedFont>
      <p:font typeface="Roboto Mono" panose="00000009000000000000" pitchFamily="49"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748" y="56"/>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aed9049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daed9049e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CF6D4AEC-DDE3-62E9-F398-18AC050E164C}"/>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002A1C22-E348-D3DD-C9B4-E3A72886CA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A39E1095-573F-2C0C-B6A0-34A145412A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6235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28.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29.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29.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3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3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3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3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4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4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4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4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7.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5 - Sprint 2</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Cierre Sprint 2</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indent="-381000">
              <a:buClr>
                <a:srgbClr val="1A1A1A"/>
              </a:buClr>
              <a:buSzPts val="2400"/>
              <a:buFont typeface="Inter"/>
              <a:buAutoNum type="arabicPeriod"/>
            </a:pPr>
            <a:r>
              <a:rPr lang="es-CO" sz="2400" dirty="0">
                <a:solidFill>
                  <a:srgbClr val="1A1A1A"/>
                </a:solidFill>
                <a:latin typeface="Inter"/>
                <a:ea typeface="Inter"/>
                <a:cs typeface="Inter"/>
                <a:sym typeface="Inter"/>
              </a:rPr>
              <a:t>Hablemos un momento (:</a:t>
            </a:r>
          </a:p>
          <a:p>
            <a:pPr marL="457200" indent="-381000">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lang="es-CO" sz="2400" dirty="0">
              <a:solidFill>
                <a:srgbClr val="1A1A1A"/>
              </a:solidFill>
              <a:latin typeface="Inter"/>
              <a:ea typeface="Inter"/>
              <a:cs typeface="Inter"/>
              <a:sym typeface="Inter"/>
            </a:endParaRPr>
          </a:p>
          <a:p>
            <a:pPr marL="457200" indent="-381000">
              <a:buClr>
                <a:srgbClr val="1A1A1A"/>
              </a:buClr>
              <a:buSzPts val="2400"/>
              <a:buFont typeface="Inter"/>
              <a:buAutoNum type="arabicPeriod"/>
            </a:pPr>
            <a:r>
              <a:rPr lang="en" sz="2400" dirty="0">
                <a:solidFill>
                  <a:srgbClr val="1A1A1A"/>
                </a:solidFill>
                <a:latin typeface="Inter"/>
                <a:ea typeface="Inter"/>
                <a:cs typeface="Inter"/>
                <a:sym typeface="Inter"/>
              </a:rPr>
              <a:t>Funciones</a:t>
            </a:r>
          </a:p>
          <a:p>
            <a:pPr marL="457200" indent="-381000">
              <a:buClr>
                <a:srgbClr val="1A1A1A"/>
              </a:buClr>
              <a:buSzPts val="2400"/>
              <a:buFont typeface="Inter"/>
              <a:buAutoNum type="arabicPeriod"/>
            </a:pPr>
            <a:r>
              <a:rPr lang="en" sz="2400" dirty="0">
                <a:solidFill>
                  <a:srgbClr val="1A1A1A"/>
                </a:solidFill>
                <a:latin typeface="Inter"/>
                <a:ea typeface="Inter"/>
                <a:cs typeface="Inter"/>
                <a:sym typeface="Inter"/>
              </a:rPr>
              <a:t>Practica proyecto SP2</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70" name="Google Shape;70;p1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Speaker</a:t>
            </a:r>
            <a:endParaRPr sz="4000">
              <a:solidFill>
                <a:srgbClr val="1A1A1A"/>
              </a:solidFill>
              <a:latin typeface="Inter ExtraBold"/>
              <a:ea typeface="Inter ExtraBold"/>
              <a:cs typeface="Inter ExtraBold"/>
              <a:sym typeface="Inter ExtraBold"/>
            </a:endParaRPr>
          </a:p>
        </p:txBody>
      </p:sp>
      <p:sp>
        <p:nvSpPr>
          <p:cNvPr id="71" name="Google Shape;71;p18"/>
          <p:cNvSpPr txBox="1">
            <a:spLocks noGrp="1"/>
          </p:cNvSpPr>
          <p:nvPr>
            <p:ph type="ctrTitle" idx="2"/>
          </p:nvPr>
        </p:nvSpPr>
        <p:spPr>
          <a:xfrm>
            <a:off x="188775" y="4206900"/>
            <a:ext cx="4265100" cy="7080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dirty="0">
                <a:solidFill>
                  <a:srgbClr val="1A1A1A"/>
                </a:solidFill>
                <a:latin typeface="Inter ExtraBold"/>
                <a:ea typeface="Inter ExtraBold"/>
                <a:cs typeface="Inter ExtraBold"/>
                <a:sym typeface="Inter ExtraBold"/>
              </a:rPr>
              <a:t>Roman Castillo</a:t>
            </a:r>
            <a:br>
              <a:rPr lang="en" sz="3200" dirty="0">
                <a:solidFill>
                  <a:srgbClr val="1A1A1A"/>
                </a:solidFill>
                <a:latin typeface="Inter ExtraBold"/>
                <a:ea typeface="Inter ExtraBold"/>
                <a:cs typeface="Inter ExtraBold"/>
                <a:sym typeface="Inter ExtraBold"/>
              </a:rPr>
            </a:br>
            <a:r>
              <a:rPr lang="en" sz="1400" dirty="0">
                <a:solidFill>
                  <a:srgbClr val="1A1A1A"/>
                </a:solidFill>
                <a:latin typeface="Inter"/>
                <a:ea typeface="Inter"/>
                <a:cs typeface="Inter"/>
                <a:sym typeface="Inter"/>
              </a:rPr>
              <a:t>Tutor</a:t>
            </a:r>
            <a:endParaRPr sz="1800" dirty="0">
              <a:solidFill>
                <a:srgbClr val="1A1A1A"/>
              </a:solidFill>
              <a:latin typeface="Inter ExtraBold"/>
              <a:ea typeface="Inter ExtraBold"/>
              <a:cs typeface="Inter ExtraBold"/>
              <a:sym typeface="Inter ExtraBold"/>
            </a:endParaRPr>
          </a:p>
        </p:txBody>
      </p:sp>
      <p:pic>
        <p:nvPicPr>
          <p:cNvPr id="1026" name="Picture 2">
            <a:extLst>
              <a:ext uri="{FF2B5EF4-FFF2-40B4-BE49-F238E27FC236}">
                <a16:creationId xmlns:a16="http://schemas.microsoft.com/office/drawing/2014/main" id="{D706BBD2-1F5D-0C78-3C91-512FF2C465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0127" y="724489"/>
            <a:ext cx="4016078" cy="3918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Recordemos las sentencias for y condicionales</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latin typeface="Inter Medium" panose="020B0604020202020204" charset="0"/>
                <a:ea typeface="Inter Medium" panose="020B0604020202020204" charset="0"/>
              </a:rPr>
              <a:t>Exploremos las funciones</a:t>
            </a:r>
            <a:endParaRPr sz="1800" dirty="0">
              <a:latin typeface="Inter Medium" panose="020B0604020202020204" charset="0"/>
              <a:ea typeface="Inter Medium" panose="020B0604020202020204" charset="0"/>
            </a:endParaRP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latin typeface="Inter Medium" panose="020B0604020202020204" charset="0"/>
                <a:ea typeface="Inter Medium" panose="020B0604020202020204" charset="0"/>
              </a:rPr>
              <a:t>Resolver </a:t>
            </a:r>
            <a:r>
              <a:rPr lang="es-ES" sz="1800" dirty="0" err="1">
                <a:latin typeface="Inter Medium" panose="020B0604020202020204" charset="0"/>
                <a:ea typeface="Inter Medium" panose="020B0604020202020204" charset="0"/>
              </a:rPr>
              <a:t>ejerciciones</a:t>
            </a:r>
            <a:r>
              <a:rPr lang="es-ES" sz="1800" dirty="0">
                <a:latin typeface="Inter Medium" panose="020B0604020202020204" charset="0"/>
                <a:ea typeface="Inter Medium" panose="020B0604020202020204" charset="0"/>
              </a:rPr>
              <a:t> del proyecto</a:t>
            </a:r>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3FD12F29-E709-88D8-B305-6B9DDD2D0EE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36711B35-11D2-2F6E-63E4-6635219D4BC6}"/>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0C789720-98BA-1FFA-6ECD-81D82A0BD42F}"/>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1872795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¿Cómo definirías una función?</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r>
              <a:rPr lang="es-CO" sz="1800" dirty="0">
                <a:solidFill>
                  <a:srgbClr val="1A1A1A"/>
                </a:solidFill>
                <a:latin typeface="Inter Medium"/>
                <a:ea typeface="Inter Medium"/>
                <a:cs typeface="Inter Medium"/>
                <a:sym typeface="Inter Medium"/>
              </a:rPr>
              <a:t>¿Cómo definirías un ciclo </a:t>
            </a:r>
            <a:r>
              <a:rPr lang="es-CO" sz="1800" dirty="0" err="1">
                <a:solidFill>
                  <a:srgbClr val="1A1A1A"/>
                </a:solidFill>
                <a:latin typeface="Inter Medium"/>
                <a:ea typeface="Inter Medium"/>
                <a:cs typeface="Inter Medium"/>
                <a:sym typeface="Inter Medium"/>
              </a:rPr>
              <a:t>for</a:t>
            </a:r>
            <a:r>
              <a:rPr lang="es-CO" sz="1800" dirty="0">
                <a:solidFill>
                  <a:srgbClr val="1A1A1A"/>
                </a:solidFill>
                <a:latin typeface="Inter Medium"/>
                <a:ea typeface="Inter Medium"/>
                <a:cs typeface="Inter Medium"/>
                <a:sym typeface="Inter Medium"/>
              </a:rPr>
              <a:t>?</a:t>
            </a:r>
            <a:endParaRPr lang="es-CO"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¿Cómo te sientes con el proyecto 2?</a:t>
            </a:r>
            <a:endParaRPr lang="es-CO"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780</TotalTime>
  <Words>1564</Words>
  <Application>Microsoft Office PowerPoint</Application>
  <PresentationFormat>Presentación en pantalla (16:9)</PresentationFormat>
  <Paragraphs>168</Paragraphs>
  <Slides>47</Slides>
  <Notes>47</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Inter ExtraBold</vt:lpstr>
      <vt:lpstr>Inter</vt:lpstr>
      <vt:lpstr>Inter Medium</vt:lpstr>
      <vt:lpstr>Roboto Mono</vt:lpstr>
      <vt:lpstr>Arial</vt:lpstr>
      <vt:lpstr>Inter SemiBold</vt:lpstr>
      <vt:lpstr>Simple Light</vt:lpstr>
      <vt:lpstr>Webinar 5 - Sprint 2 Cierre Sprint 2</vt:lpstr>
      <vt:lpstr>Agenda</vt:lpstr>
      <vt:lpstr>Acuerdos</vt:lpstr>
      <vt:lpstr>Speaker</vt:lpstr>
      <vt:lpstr>Objetivo</vt:lpstr>
      <vt:lpstr>Midamos los ánimos</vt:lpstr>
      <vt:lpstr>Recap</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11</cp:revision>
  <dcterms:modified xsi:type="dcterms:W3CDTF">2025-03-14T05:14:26Z</dcterms:modified>
</cp:coreProperties>
</file>