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9"/>
  </p:notesMasterIdLst>
  <p:sldIdLst>
    <p:sldId id="256" r:id="rId2"/>
    <p:sldId id="258" r:id="rId3"/>
    <p:sldId id="305" r:id="rId4"/>
    <p:sldId id="275" r:id="rId5"/>
    <p:sldId id="278" r:id="rId6"/>
    <p:sldId id="264" r:id="rId7"/>
    <p:sldId id="314" r:id="rId8"/>
    <p:sldId id="313" r:id="rId9"/>
    <p:sldId id="315" r:id="rId10"/>
    <p:sldId id="304" r:id="rId11"/>
    <p:sldId id="306" r:id="rId12"/>
    <p:sldId id="281" r:id="rId13"/>
    <p:sldId id="263" r:id="rId14"/>
    <p:sldId id="265" r:id="rId15"/>
    <p:sldId id="266" r:id="rId16"/>
    <p:sldId id="267" r:id="rId17"/>
    <p:sldId id="268" r:id="rId18"/>
    <p:sldId id="269" r:id="rId19"/>
    <p:sldId id="270" r:id="rId20"/>
    <p:sldId id="271" r:id="rId21"/>
    <p:sldId id="272" r:id="rId22"/>
    <p:sldId id="273" r:id="rId23"/>
    <p:sldId id="276"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9144000" cy="5143500" type="screen16x9"/>
  <p:notesSz cx="6858000" cy="9144000"/>
  <p:embeddedFontLst>
    <p:embeddedFont>
      <p:font typeface="Inter" panose="020B0604020202020204" charset="0"/>
      <p:regular r:id="rId50"/>
      <p:bold r:id="rId51"/>
      <p:italic r:id="rId52"/>
      <p:boldItalic r:id="rId53"/>
    </p:embeddedFont>
    <p:embeddedFont>
      <p:font typeface="Inter ExtraBold" panose="020B0604020202020204" charset="0"/>
      <p:bold r:id="rId54"/>
      <p:boldItalic r:id="rId55"/>
    </p:embeddedFont>
    <p:embeddedFont>
      <p:font typeface="Inter Medium" panose="020B0604020202020204" charset="0"/>
      <p:regular r:id="rId56"/>
      <p:bold r:id="rId57"/>
      <p:italic r:id="rId58"/>
      <p:boldItalic r:id="rId59"/>
    </p:embeddedFont>
    <p:embeddedFont>
      <p:font typeface="Inter SemiBold" panose="020B0604020202020204" charset="0"/>
      <p:regular r:id="rId60"/>
      <p:bold r:id="rId61"/>
      <p:italic r:id="rId62"/>
      <p:boldItalic r:id="rId63"/>
    </p:embeddedFont>
    <p:embeddedFont>
      <p:font typeface="Roboto Mono" panose="00000009000000000000" pitchFamily="49"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612D24A7-4A37-945D-7C9F-447525FFE40E}"/>
            </a:ext>
          </a:extLst>
        </p:cNvPr>
        <p:cNvGrpSpPr/>
        <p:nvPr/>
      </p:nvGrpSpPr>
      <p:grpSpPr>
        <a:xfrm>
          <a:off x="0" y="0"/>
          <a:ext cx="0" cy="0"/>
          <a:chOff x="0" y="0"/>
          <a:chExt cx="0" cy="0"/>
        </a:xfrm>
      </p:grpSpPr>
      <p:sp>
        <p:nvSpPr>
          <p:cNvPr id="129" name="Google Shape;129;g2cf41384e5b_0_75:notes">
            <a:extLst>
              <a:ext uri="{FF2B5EF4-FFF2-40B4-BE49-F238E27FC236}">
                <a16:creationId xmlns:a16="http://schemas.microsoft.com/office/drawing/2014/main" id="{BAB98261-0125-6F8F-ACEF-B3918D45E2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a:extLst>
              <a:ext uri="{FF2B5EF4-FFF2-40B4-BE49-F238E27FC236}">
                <a16:creationId xmlns:a16="http://schemas.microsoft.com/office/drawing/2014/main" id="{12AEBC75-5F43-C0F3-43FF-C7AC7DC65E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7959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E22292D-32AE-0960-45E8-62BF575027E5}"/>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44267032-B792-5E21-2239-120D4CA3A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FE6264A2-9AD8-1489-AD57-A57797516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78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9A3085D2-A076-C3BB-A35C-565C7F14607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520BA68A-30D3-DEBF-56A4-3F2DD55F8B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F3E7F5C2-359E-531C-C8D8-DC8AE1B6B8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498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63" Type="http://schemas.openxmlformats.org/officeDocument/2006/relationships/image" Target="../media/image71.png"/><Relationship Id="rId68" Type="http://schemas.openxmlformats.org/officeDocument/2006/relationships/image" Target="../media/image76.png"/><Relationship Id="rId7" Type="http://schemas.openxmlformats.org/officeDocument/2006/relationships/image" Target="../media/image16.png"/><Relationship Id="rId2" Type="http://schemas.openxmlformats.org/officeDocument/2006/relationships/notesSlide" Target="../notesSlides/notesSlide28.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image" Target="../media/image62.png"/><Relationship Id="rId58" Type="http://schemas.openxmlformats.org/officeDocument/2006/relationships/image" Target="../media/image8.png"/><Relationship Id="rId66" Type="http://schemas.openxmlformats.org/officeDocument/2006/relationships/image" Target="../media/image74.png"/><Relationship Id="rId5" Type="http://schemas.openxmlformats.org/officeDocument/2006/relationships/image" Target="../media/image14.png"/><Relationship Id="rId61" Type="http://schemas.openxmlformats.org/officeDocument/2006/relationships/image" Target="../media/image69.png"/><Relationship Id="rId19" Type="http://schemas.openxmlformats.org/officeDocument/2006/relationships/image" Target="../media/image2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56" Type="http://schemas.openxmlformats.org/officeDocument/2006/relationships/image" Target="../media/image65.png"/><Relationship Id="rId64" Type="http://schemas.openxmlformats.org/officeDocument/2006/relationships/image" Target="../media/image72.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image" Target="../media/image63.png"/><Relationship Id="rId62" Type="http://schemas.openxmlformats.org/officeDocument/2006/relationships/image" Target="../media/image70.png"/><Relationship Id="rId1" Type="http://schemas.openxmlformats.org/officeDocument/2006/relationships/slideLayout" Target="../slideLayouts/slideLayout11.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1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3.png"/><Relationship Id="rId9"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48.png"/></Relationships>
</file>

<file path=ppt/slides/_rels/slide29.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9" Type="http://schemas.openxmlformats.org/officeDocument/2006/relationships/image" Target="../media/image113.png"/><Relationship Id="rId21" Type="http://schemas.openxmlformats.org/officeDocument/2006/relationships/image" Target="../media/image95.png"/><Relationship Id="rId34" Type="http://schemas.openxmlformats.org/officeDocument/2006/relationships/image" Target="../media/image108.png"/><Relationship Id="rId42" Type="http://schemas.openxmlformats.org/officeDocument/2006/relationships/image" Target="../media/image116.png"/><Relationship Id="rId47" Type="http://schemas.openxmlformats.org/officeDocument/2006/relationships/image" Target="../media/image121.png"/><Relationship Id="rId50" Type="http://schemas.openxmlformats.org/officeDocument/2006/relationships/image" Target="../media/image124.png"/><Relationship Id="rId55" Type="http://schemas.openxmlformats.org/officeDocument/2006/relationships/image" Target="../media/image129.png"/><Relationship Id="rId63" Type="http://schemas.openxmlformats.org/officeDocument/2006/relationships/image" Target="../media/image137.png"/><Relationship Id="rId7" Type="http://schemas.openxmlformats.org/officeDocument/2006/relationships/image" Target="../media/image81.png"/><Relationship Id="rId2" Type="http://schemas.openxmlformats.org/officeDocument/2006/relationships/notesSlide" Target="../notesSlides/notesSlide29.xml"/><Relationship Id="rId16" Type="http://schemas.openxmlformats.org/officeDocument/2006/relationships/image" Target="../media/image90.png"/><Relationship Id="rId29" Type="http://schemas.openxmlformats.org/officeDocument/2006/relationships/image" Target="../media/image103.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37" Type="http://schemas.openxmlformats.org/officeDocument/2006/relationships/image" Target="../media/image111.png"/><Relationship Id="rId40" Type="http://schemas.openxmlformats.org/officeDocument/2006/relationships/image" Target="../media/image114.png"/><Relationship Id="rId45" Type="http://schemas.openxmlformats.org/officeDocument/2006/relationships/image" Target="../media/image119.png"/><Relationship Id="rId53" Type="http://schemas.openxmlformats.org/officeDocument/2006/relationships/image" Target="../media/image127.png"/><Relationship Id="rId58" Type="http://schemas.openxmlformats.org/officeDocument/2006/relationships/image" Target="../media/image132.png"/><Relationship Id="rId5" Type="http://schemas.openxmlformats.org/officeDocument/2006/relationships/image" Target="../media/image79.png"/><Relationship Id="rId61" Type="http://schemas.openxmlformats.org/officeDocument/2006/relationships/image" Target="../media/image135.png"/><Relationship Id="rId19" Type="http://schemas.openxmlformats.org/officeDocument/2006/relationships/image" Target="../media/image9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35" Type="http://schemas.openxmlformats.org/officeDocument/2006/relationships/image" Target="../media/image109.png"/><Relationship Id="rId43" Type="http://schemas.openxmlformats.org/officeDocument/2006/relationships/image" Target="../media/image117.png"/><Relationship Id="rId48" Type="http://schemas.openxmlformats.org/officeDocument/2006/relationships/image" Target="../media/image122.png"/><Relationship Id="rId56" Type="http://schemas.openxmlformats.org/officeDocument/2006/relationships/image" Target="../media/image130.png"/><Relationship Id="rId8" Type="http://schemas.openxmlformats.org/officeDocument/2006/relationships/image" Target="../media/image82.png"/><Relationship Id="rId51" Type="http://schemas.openxmlformats.org/officeDocument/2006/relationships/image" Target="../media/image125.png"/><Relationship Id="rId3" Type="http://schemas.openxmlformats.org/officeDocument/2006/relationships/image" Target="../media/image77.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image" Target="../media/image112.png"/><Relationship Id="rId46" Type="http://schemas.openxmlformats.org/officeDocument/2006/relationships/image" Target="../media/image120.png"/><Relationship Id="rId59" Type="http://schemas.openxmlformats.org/officeDocument/2006/relationships/image" Target="../media/image133.png"/><Relationship Id="rId20" Type="http://schemas.openxmlformats.org/officeDocument/2006/relationships/image" Target="../media/image94.png"/><Relationship Id="rId41" Type="http://schemas.openxmlformats.org/officeDocument/2006/relationships/image" Target="../media/image115.png"/><Relationship Id="rId54" Type="http://schemas.openxmlformats.org/officeDocument/2006/relationships/image" Target="../media/image128.png"/><Relationship Id="rId62" Type="http://schemas.openxmlformats.org/officeDocument/2006/relationships/image" Target="../media/image136.png"/><Relationship Id="rId1" Type="http://schemas.openxmlformats.org/officeDocument/2006/relationships/slideLayout" Target="../slideLayouts/slideLayout11.xml"/><Relationship Id="rId6" Type="http://schemas.openxmlformats.org/officeDocument/2006/relationships/image" Target="../media/image80.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36" Type="http://schemas.openxmlformats.org/officeDocument/2006/relationships/image" Target="../media/image110.png"/><Relationship Id="rId49" Type="http://schemas.openxmlformats.org/officeDocument/2006/relationships/image" Target="../media/image123.png"/><Relationship Id="rId57" Type="http://schemas.openxmlformats.org/officeDocument/2006/relationships/image" Target="../media/image131.png"/><Relationship Id="rId10" Type="http://schemas.openxmlformats.org/officeDocument/2006/relationships/image" Target="../media/image84.png"/><Relationship Id="rId31" Type="http://schemas.openxmlformats.org/officeDocument/2006/relationships/image" Target="../media/image105.png"/><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4" Type="http://schemas.openxmlformats.org/officeDocument/2006/relationships/image" Target="../media/image78.png"/><Relationship Id="rId9" Type="http://schemas.openxmlformats.org/officeDocument/2006/relationships/image" Target="../media/image83.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3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3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2.png"/></Relationships>
</file>

<file path=ppt/slides/_rels/slide3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5.png"/><Relationship Id="rId4" Type="http://schemas.openxmlformats.org/officeDocument/2006/relationships/image" Target="../media/image154.png"/></Relationships>
</file>

<file path=ppt/slides/_rels/slide3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37.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38.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0.png"/></Relationships>
</file>

<file path=ppt/slides/_rels/slide3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62.png"/></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68.png"/><Relationship Id="rId4" Type="http://schemas.openxmlformats.org/officeDocument/2006/relationships/image" Target="../media/image167.png"/></Relationships>
</file>

<file path=ppt/slides/_rels/slide4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0.png"/></Relationships>
</file>

<file path=ppt/slides/_rels/slide45.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72.png"/></Relationships>
</file>

<file path=ppt/slides/_rels/slide4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4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47.xml"/><Relationship Id="rId1" Type="http://schemas.openxmlformats.org/officeDocument/2006/relationships/slideLayout" Target="../slideLayouts/slideLayout1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26 - Sprint 12</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err="1">
                <a:solidFill>
                  <a:srgbClr val="1A1A1A"/>
                </a:solidFill>
                <a:latin typeface="Inter"/>
                <a:ea typeface="Inter"/>
                <a:cs typeface="Inter ExtraBold"/>
                <a:sym typeface="Inter"/>
              </a:rPr>
              <a:t>Tableu</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Data Pipelines</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Dash</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Entender el flujo de datos en herramientas de BI</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Explorar </a:t>
            </a:r>
            <a:r>
              <a:rPr lang="es-CO" sz="1800" dirty="0" err="1"/>
              <a:t>Tableu</a:t>
            </a:r>
            <a:r>
              <a:rPr lang="es-CO" sz="1800" dirty="0"/>
              <a:t> </a:t>
            </a:r>
            <a:r>
              <a:rPr lang="es-CO" sz="1800" dirty="0" err="1"/>
              <a:t>Public</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Explorar Microsoft </a:t>
            </a:r>
            <a:r>
              <a:rPr lang="es-CO" sz="1800" dirty="0" err="1"/>
              <a:t>PowerBI</a:t>
            </a:r>
            <a:endParaRPr lang="es-CO"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1">
          <a:extLst>
            <a:ext uri="{FF2B5EF4-FFF2-40B4-BE49-F238E27FC236}">
              <a16:creationId xmlns:a16="http://schemas.microsoft.com/office/drawing/2014/main" id="{8A737EC7-9832-D702-8547-EBB88CA5C09D}"/>
            </a:ext>
          </a:extLst>
        </p:cNvPr>
        <p:cNvGrpSpPr/>
        <p:nvPr/>
      </p:nvGrpSpPr>
      <p:grpSpPr>
        <a:xfrm>
          <a:off x="0" y="0"/>
          <a:ext cx="0" cy="0"/>
          <a:chOff x="0" y="0"/>
          <a:chExt cx="0" cy="0"/>
        </a:xfrm>
      </p:grpSpPr>
      <p:pic>
        <p:nvPicPr>
          <p:cNvPr id="132" name="Google Shape;132;p24">
            <a:extLst>
              <a:ext uri="{FF2B5EF4-FFF2-40B4-BE49-F238E27FC236}">
                <a16:creationId xmlns:a16="http://schemas.microsoft.com/office/drawing/2014/main" id="{DC0C3411-5B0F-1E89-F243-BF4B5AF8C8E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a:extLst>
              <a:ext uri="{FF2B5EF4-FFF2-40B4-BE49-F238E27FC236}">
                <a16:creationId xmlns:a16="http://schemas.microsoft.com/office/drawing/2014/main" id="{4EAF1A0F-2999-A5A7-CC6F-5A75EB4BF30E}"/>
              </a:ext>
            </a:extLst>
          </p:cNvPr>
          <p:cNvSpPr txBox="1">
            <a:spLocks noGrp="1"/>
          </p:cNvSpPr>
          <p:nvPr>
            <p:ph type="ctrTitle"/>
          </p:nvPr>
        </p:nvSpPr>
        <p:spPr>
          <a:xfrm>
            <a:off x="96875" y="424975"/>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Etapas del</a:t>
            </a:r>
            <a:br>
              <a:rPr lang="en" sz="4000" dirty="0">
                <a:solidFill>
                  <a:srgbClr val="1A1A1A"/>
                </a:solidFill>
                <a:latin typeface="Inter ExtraBold"/>
                <a:ea typeface="Inter ExtraBold"/>
                <a:cs typeface="Inter ExtraBold"/>
                <a:sym typeface="Inter ExtraBold"/>
              </a:rPr>
            </a:br>
            <a:r>
              <a:rPr lang="en" sz="4000" dirty="0">
                <a:solidFill>
                  <a:srgbClr val="1A1A1A"/>
                </a:solidFill>
                <a:latin typeface="Inter ExtraBold"/>
                <a:ea typeface="Inter ExtraBold"/>
                <a:cs typeface="Inter ExtraBold"/>
                <a:sym typeface="Inter ExtraBold"/>
              </a:rPr>
              <a:t>pipeline</a:t>
            </a:r>
            <a:endParaRPr sz="4000" dirty="0">
              <a:solidFill>
                <a:srgbClr val="1A1A1A"/>
              </a:solidFill>
              <a:latin typeface="Inter ExtraBold"/>
              <a:ea typeface="Inter ExtraBold"/>
              <a:cs typeface="Inter ExtraBold"/>
              <a:sym typeface="Inter ExtraBold"/>
            </a:endParaRPr>
          </a:p>
        </p:txBody>
      </p:sp>
      <p:pic>
        <p:nvPicPr>
          <p:cNvPr id="3" name="Imagen 2">
            <a:extLst>
              <a:ext uri="{FF2B5EF4-FFF2-40B4-BE49-F238E27FC236}">
                <a16:creationId xmlns:a16="http://schemas.microsoft.com/office/drawing/2014/main" id="{96F2BA7D-1C71-BA9F-54ED-3D14A7DA1CFC}"/>
              </a:ext>
            </a:extLst>
          </p:cNvPr>
          <p:cNvPicPr>
            <a:picLocks noChangeAspect="1"/>
          </p:cNvPicPr>
          <p:nvPr/>
        </p:nvPicPr>
        <p:blipFill>
          <a:blip r:embed="rId4"/>
          <a:stretch>
            <a:fillRect/>
          </a:stretch>
        </p:blipFill>
        <p:spPr>
          <a:xfrm>
            <a:off x="5273045" y="0"/>
            <a:ext cx="3154412" cy="5143500"/>
          </a:xfrm>
          <a:prstGeom prst="rect">
            <a:avLst/>
          </a:prstGeom>
        </p:spPr>
      </p:pic>
    </p:spTree>
    <p:extLst>
      <p:ext uri="{BB962C8B-B14F-4D97-AF65-F5344CB8AC3E}">
        <p14:creationId xmlns:p14="http://schemas.microsoft.com/office/powerpoint/2010/main" val="3362785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4777A78-6FEF-3B53-0389-27806B45CD5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8CB221BE-A96F-8DBD-0FA6-3520BB05B635}"/>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al código!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76F4D4A-1845-15B9-CE7F-D1DD2798F844}"/>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2954355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9B7575D2-8D66-131B-5344-7667026E14B1}"/>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0788CF80-5F65-91E0-B9E3-BAA296608D0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CEE77D15-2B11-CD2E-C11E-80D5665FDA67}"/>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Dashboards</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608014F3-65DC-D3D9-E64C-2DCCF8B40E80}"/>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Al igual que una gráfica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Necesitamos conocer los minimos, como en cualquier gráfica: encabezado, descripción, qué gráficos se incluirán y, en este caso, controles.</a:t>
            </a:r>
            <a:endParaRPr dirty="0">
              <a:solidFill>
                <a:srgbClr val="1A1A1A"/>
              </a:solidFill>
            </a:endParaRPr>
          </a:p>
        </p:txBody>
      </p:sp>
      <p:sp>
        <p:nvSpPr>
          <p:cNvPr id="143" name="Google Shape;143;p25">
            <a:extLst>
              <a:ext uri="{FF2B5EF4-FFF2-40B4-BE49-F238E27FC236}">
                <a16:creationId xmlns:a16="http://schemas.microsoft.com/office/drawing/2014/main" id="{19C205B0-AC73-459D-32ED-865A50269389}"/>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No es tan fácil</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Importante recalcar que un dashboard no siempre es una solución fácil y rápida.</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Requiere no solo crear una gráfica en si, si no también las conexión a la BD y el código detrás de la gráfica.</a:t>
            </a:r>
            <a:endParaRPr dirty="0">
              <a:solidFill>
                <a:srgbClr val="1A1A1A"/>
              </a:solidFill>
            </a:endParaRPr>
          </a:p>
        </p:txBody>
      </p:sp>
      <p:sp>
        <p:nvSpPr>
          <p:cNvPr id="144" name="Google Shape;144;p25">
            <a:extLst>
              <a:ext uri="{FF2B5EF4-FFF2-40B4-BE49-F238E27FC236}">
                <a16:creationId xmlns:a16="http://schemas.microsoft.com/office/drawing/2014/main" id="{F772BE04-C38F-4E47-85A5-FC4370A14A12}"/>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Un </a:t>
            </a:r>
            <a:r>
              <a:rPr lang="es-CO" sz="1600" b="1" dirty="0" err="1">
                <a:solidFill>
                  <a:srgbClr val="1A1A1A"/>
                </a:solidFill>
                <a:latin typeface="Inter"/>
                <a:ea typeface="Inter"/>
                <a:cs typeface="Inter"/>
                <a:sym typeface="Inter"/>
              </a:rPr>
              <a:t>dashboard</a:t>
            </a:r>
            <a:r>
              <a:rPr lang="es-CO" sz="1600" b="1" dirty="0">
                <a:solidFill>
                  <a:srgbClr val="1A1A1A"/>
                </a:solidFill>
                <a:latin typeface="Inter"/>
                <a:ea typeface="Inter"/>
                <a:cs typeface="Inter"/>
                <a:sym typeface="Inter"/>
              </a:rPr>
              <a:t> no es estático</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¿Cada tanto se actualizarán los datos?, ¿Qué BD usaremos?, ¿Quién cargará los datos a esa BD?, ¿Qué tanto se utilizará el dashboard?, ¿Quién construye las métricas?</a:t>
            </a:r>
            <a:endParaRPr dirty="0">
              <a:solidFill>
                <a:srgbClr val="1A1A1A"/>
              </a:solidFill>
            </a:endParaRPr>
          </a:p>
        </p:txBody>
      </p:sp>
    </p:spTree>
    <p:extLst>
      <p:ext uri="{BB962C8B-B14F-4D97-AF65-F5344CB8AC3E}">
        <p14:creationId xmlns:p14="http://schemas.microsoft.com/office/powerpoint/2010/main" val="1661004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sym typeface="Inter Medium"/>
              </a:rPr>
              <a:t>Se debe de garantizar el flujo de datos</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Un Dash conlleva más trabajo que solo “colorear”</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Definir requerimientos claros antes de construir </a:t>
            </a:r>
            <a:r>
              <a:rPr lang="es-ES" sz="1800" dirty="0" err="1">
                <a:solidFill>
                  <a:srgbClr val="1A1A1A"/>
                </a:solidFill>
                <a:latin typeface="Inter Medium"/>
                <a:ea typeface="Inter Medium"/>
                <a:sym typeface="Inter Medium"/>
              </a:rPr>
              <a:t>dashboards</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1064</TotalTime>
  <Words>1660</Words>
  <Application>Microsoft Office PowerPoint</Application>
  <PresentationFormat>Presentación en pantalla (16:9)</PresentationFormat>
  <Paragraphs>170</Paragraphs>
  <Slides>47</Slides>
  <Notes>47</Notes>
  <HiddenSlides>35</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47</vt:i4>
      </vt:variant>
    </vt:vector>
  </HeadingPairs>
  <TitlesOfParts>
    <vt:vector size="54" baseType="lpstr">
      <vt:lpstr>Arial</vt:lpstr>
      <vt:lpstr>Inter Medium</vt:lpstr>
      <vt:lpstr>Roboto Mono</vt:lpstr>
      <vt:lpstr>Inter SemiBold</vt:lpstr>
      <vt:lpstr>Inter ExtraBold</vt:lpstr>
      <vt:lpstr>Inter</vt:lpstr>
      <vt:lpstr>Simple Light</vt:lpstr>
      <vt:lpstr>Webinar 26 - Sprint 12 Tableu</vt:lpstr>
      <vt:lpstr>Agenda</vt:lpstr>
      <vt:lpstr>Acuerdos</vt:lpstr>
      <vt:lpstr>Objetivo</vt:lpstr>
      <vt:lpstr>Midamos los ánimos</vt:lpstr>
      <vt:lpstr>Recap</vt:lpstr>
      <vt:lpstr>Etapas del pipeline</vt:lpstr>
      <vt:lpstr>Vamos al código!</vt:lpstr>
      <vt:lpstr>Dashboards</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20</cp:revision>
  <dcterms:modified xsi:type="dcterms:W3CDTF">2025-09-11T23:16:49Z</dcterms:modified>
</cp:coreProperties>
</file>