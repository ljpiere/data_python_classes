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3"/>
  </p:notesMasterIdLst>
  <p:sldIdLst>
    <p:sldId id="256" r:id="rId2"/>
    <p:sldId id="258" r:id="rId3"/>
    <p:sldId id="305" r:id="rId4"/>
    <p:sldId id="275" r:id="rId5"/>
    <p:sldId id="278" r:id="rId6"/>
    <p:sldId id="264" r:id="rId7"/>
    <p:sldId id="317" r:id="rId8"/>
    <p:sldId id="311" r:id="rId9"/>
    <p:sldId id="313" r:id="rId10"/>
    <p:sldId id="307" r:id="rId11"/>
    <p:sldId id="318" r:id="rId12"/>
    <p:sldId id="316" r:id="rId13"/>
    <p:sldId id="274" r:id="rId14"/>
    <p:sldId id="304" r:id="rId15"/>
    <p:sldId id="306" r:id="rId16"/>
    <p:sldId id="281" r:id="rId17"/>
    <p:sldId id="263" r:id="rId18"/>
    <p:sldId id="265" r:id="rId19"/>
    <p:sldId id="266" r:id="rId20"/>
    <p:sldId id="267" r:id="rId21"/>
    <p:sldId id="268" r:id="rId22"/>
    <p:sldId id="269" r:id="rId23"/>
    <p:sldId id="270" r:id="rId24"/>
    <p:sldId id="271" r:id="rId25"/>
    <p:sldId id="272" r:id="rId26"/>
    <p:sldId id="273" r:id="rId27"/>
    <p:sldId id="276" r:id="rId28"/>
    <p:sldId id="279" r:id="rId29"/>
    <p:sldId id="280"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Lst>
  <p:sldSz cx="9144000" cy="5143500" type="screen16x9"/>
  <p:notesSz cx="6858000" cy="9144000"/>
  <p:embeddedFontLst>
    <p:embeddedFont>
      <p:font typeface="Inter" panose="020B0604020202020204" charset="0"/>
      <p:regular r:id="rId54"/>
      <p:bold r:id="rId55"/>
      <p:italic r:id="rId56"/>
      <p:boldItalic r:id="rId57"/>
    </p:embeddedFont>
    <p:embeddedFont>
      <p:font typeface="Inter ExtraBold" panose="020B0604020202020204" charset="0"/>
      <p:bold r:id="rId58"/>
      <p:boldItalic r:id="rId59"/>
    </p:embeddedFont>
    <p:embeddedFont>
      <p:font typeface="Inter Medium" panose="020B0604020202020204" charset="0"/>
      <p:regular r:id="rId60"/>
      <p:bold r:id="rId61"/>
      <p:italic r:id="rId62"/>
      <p:boldItalic r:id="rId63"/>
    </p:embeddedFont>
    <p:embeddedFont>
      <p:font typeface="Inter SemiBold" panose="020B0604020202020204" charset="0"/>
      <p:regular r:id="rId64"/>
      <p:bold r:id="rId65"/>
      <p:italic r:id="rId66"/>
      <p:boldItalic r:id="rId67"/>
    </p:embeddedFont>
    <p:embeddedFont>
      <p:font typeface="Roboto Mono" panose="00000009000000000000" pitchFamily="49"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748" y="56"/>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0.fntdata"/><Relationship Id="rId68"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font" Target="fonts/font13.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font" Target="fonts/font17.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font" Target="fonts/font12.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E599ADAA-8A56-5413-22E0-C4ABCB2531BA}"/>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FE443EA8-7753-17B3-AFA1-9E6F65FEBD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3ADD9ECB-FB54-6689-47BB-2E89690F0D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6134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5D38F41E-F9AC-F884-14DB-7E1E0E3FEB7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25883472-363B-AA24-63EC-E7FBB9C962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6F48C6BD-0A35-DDF1-7174-B2137BEF4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7000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E22292D-32AE-0960-45E8-62BF575027E5}"/>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44267032-B792-5E21-2239-120D4CA3AB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FE6264A2-9AD8-1489-AD57-A577975162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6878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599BF04B-A094-6F17-B745-9BEE78B8693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B2B809DF-8975-8875-6954-92D6DB4DE9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7C58F0BD-590A-D601-7C0A-252BE1A8BC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3580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0D5D110D-E211-FB9F-C169-FDE7A847F91C}"/>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3F42FDEE-C9CC-D371-F452-A4ED37E2B4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E5CF26CD-F026-853A-B8AF-4FE34458E3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9866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23E68CE-3C01-E8BC-5FED-EF1C3F2A964F}"/>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7A5E74DE-797C-0F16-8356-DD0EB76B1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DF0EDD8A-3D3F-ADC2-DA66-AECCFB500C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0193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microsoft.com/office/2007/relationships/hdphoto" Target="../media/hdphoto1.wdp"/><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9.jp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6" Type="http://schemas.openxmlformats.org/officeDocument/2006/relationships/image" Target="../media/image35.png"/><Relationship Id="rId21" Type="http://schemas.openxmlformats.org/officeDocument/2006/relationships/image" Target="../media/image30.png"/><Relationship Id="rId34" Type="http://schemas.openxmlformats.org/officeDocument/2006/relationships/image" Target="../media/image43.png"/><Relationship Id="rId42" Type="http://schemas.openxmlformats.org/officeDocument/2006/relationships/image" Target="../media/image51.png"/><Relationship Id="rId47" Type="http://schemas.openxmlformats.org/officeDocument/2006/relationships/image" Target="../media/image56.png"/><Relationship Id="rId50" Type="http://schemas.openxmlformats.org/officeDocument/2006/relationships/image" Target="../media/image59.png"/><Relationship Id="rId55" Type="http://schemas.openxmlformats.org/officeDocument/2006/relationships/image" Target="../media/image64.png"/><Relationship Id="rId63" Type="http://schemas.openxmlformats.org/officeDocument/2006/relationships/image" Target="../media/image71.png"/><Relationship Id="rId68" Type="http://schemas.openxmlformats.org/officeDocument/2006/relationships/image" Target="../media/image76.png"/><Relationship Id="rId7" Type="http://schemas.openxmlformats.org/officeDocument/2006/relationships/image" Target="../media/image16.png"/><Relationship Id="rId2" Type="http://schemas.openxmlformats.org/officeDocument/2006/relationships/notesSlide" Target="../notesSlides/notesSlide32.xml"/><Relationship Id="rId16" Type="http://schemas.openxmlformats.org/officeDocument/2006/relationships/image" Target="../media/image25.png"/><Relationship Id="rId29" Type="http://schemas.openxmlformats.org/officeDocument/2006/relationships/image" Target="../media/image38.png"/><Relationship Id="rId11" Type="http://schemas.openxmlformats.org/officeDocument/2006/relationships/image" Target="../media/image20.png"/><Relationship Id="rId24" Type="http://schemas.openxmlformats.org/officeDocument/2006/relationships/image" Target="../media/image33.png"/><Relationship Id="rId32" Type="http://schemas.openxmlformats.org/officeDocument/2006/relationships/image" Target="../media/image41.png"/><Relationship Id="rId37" Type="http://schemas.openxmlformats.org/officeDocument/2006/relationships/image" Target="../media/image46.png"/><Relationship Id="rId40" Type="http://schemas.openxmlformats.org/officeDocument/2006/relationships/image" Target="../media/image49.png"/><Relationship Id="rId45" Type="http://schemas.openxmlformats.org/officeDocument/2006/relationships/image" Target="../media/image54.png"/><Relationship Id="rId53" Type="http://schemas.openxmlformats.org/officeDocument/2006/relationships/image" Target="../media/image62.png"/><Relationship Id="rId58" Type="http://schemas.openxmlformats.org/officeDocument/2006/relationships/image" Target="../media/image8.png"/><Relationship Id="rId66" Type="http://schemas.openxmlformats.org/officeDocument/2006/relationships/image" Target="../media/image74.png"/><Relationship Id="rId5" Type="http://schemas.openxmlformats.org/officeDocument/2006/relationships/image" Target="../media/image14.png"/><Relationship Id="rId61" Type="http://schemas.openxmlformats.org/officeDocument/2006/relationships/image" Target="../media/image69.png"/><Relationship Id="rId19" Type="http://schemas.openxmlformats.org/officeDocument/2006/relationships/image" Target="../media/image2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png"/><Relationship Id="rId43" Type="http://schemas.openxmlformats.org/officeDocument/2006/relationships/image" Target="../media/image52.png"/><Relationship Id="rId48" Type="http://schemas.openxmlformats.org/officeDocument/2006/relationships/image" Target="../media/image57.png"/><Relationship Id="rId56" Type="http://schemas.openxmlformats.org/officeDocument/2006/relationships/image" Target="../media/image65.png"/><Relationship Id="rId64" Type="http://schemas.openxmlformats.org/officeDocument/2006/relationships/image" Target="../media/image72.png"/><Relationship Id="rId8" Type="http://schemas.openxmlformats.org/officeDocument/2006/relationships/image" Target="../media/image17.png"/><Relationship Id="rId51" Type="http://schemas.openxmlformats.org/officeDocument/2006/relationships/image" Target="../media/image60.png"/><Relationship Id="rId3" Type="http://schemas.openxmlformats.org/officeDocument/2006/relationships/image" Target="../media/image12.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38" Type="http://schemas.openxmlformats.org/officeDocument/2006/relationships/image" Target="../media/image47.png"/><Relationship Id="rId46" Type="http://schemas.openxmlformats.org/officeDocument/2006/relationships/image" Target="../media/image55.png"/><Relationship Id="rId59" Type="http://schemas.openxmlformats.org/officeDocument/2006/relationships/image" Target="../media/image67.png"/><Relationship Id="rId67" Type="http://schemas.openxmlformats.org/officeDocument/2006/relationships/image" Target="../media/image75.png"/><Relationship Id="rId20" Type="http://schemas.openxmlformats.org/officeDocument/2006/relationships/image" Target="../media/image29.png"/><Relationship Id="rId41" Type="http://schemas.openxmlformats.org/officeDocument/2006/relationships/image" Target="../media/image50.png"/><Relationship Id="rId54" Type="http://schemas.openxmlformats.org/officeDocument/2006/relationships/image" Target="../media/image63.png"/><Relationship Id="rId62" Type="http://schemas.openxmlformats.org/officeDocument/2006/relationships/image" Target="../media/image70.png"/><Relationship Id="rId1" Type="http://schemas.openxmlformats.org/officeDocument/2006/relationships/slideLayout" Target="../slideLayouts/slideLayout11.xml"/><Relationship Id="rId6" Type="http://schemas.openxmlformats.org/officeDocument/2006/relationships/image" Target="../media/image15.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png"/><Relationship Id="rId36" Type="http://schemas.openxmlformats.org/officeDocument/2006/relationships/image" Target="../media/image45.png"/><Relationship Id="rId49" Type="http://schemas.openxmlformats.org/officeDocument/2006/relationships/image" Target="../media/image58.png"/><Relationship Id="rId57" Type="http://schemas.openxmlformats.org/officeDocument/2006/relationships/image" Target="../media/image66.png"/><Relationship Id="rId10" Type="http://schemas.openxmlformats.org/officeDocument/2006/relationships/image" Target="../media/image19.png"/><Relationship Id="rId31" Type="http://schemas.openxmlformats.org/officeDocument/2006/relationships/image" Target="../media/image40.png"/><Relationship Id="rId44" Type="http://schemas.openxmlformats.org/officeDocument/2006/relationships/image" Target="../media/image53.png"/><Relationship Id="rId52" Type="http://schemas.openxmlformats.org/officeDocument/2006/relationships/image" Target="../media/image61.png"/><Relationship Id="rId60" Type="http://schemas.openxmlformats.org/officeDocument/2006/relationships/image" Target="../media/image68.png"/><Relationship Id="rId65" Type="http://schemas.openxmlformats.org/officeDocument/2006/relationships/image" Target="../media/image73.png"/><Relationship Id="rId4" Type="http://schemas.openxmlformats.org/officeDocument/2006/relationships/image" Target="../media/image13.png"/><Relationship Id="rId9" Type="http://schemas.openxmlformats.org/officeDocument/2006/relationships/image" Target="../media/image18.png"/><Relationship Id="rId13" Type="http://schemas.openxmlformats.org/officeDocument/2006/relationships/image" Target="../media/image22.png"/><Relationship Id="rId18" Type="http://schemas.openxmlformats.org/officeDocument/2006/relationships/image" Target="../media/image27.png"/><Relationship Id="rId39" Type="http://schemas.openxmlformats.org/officeDocument/2006/relationships/image" Target="../media/image48.png"/></Relationships>
</file>

<file path=ppt/slides/_rels/slide33.xml.rels><?xml version="1.0" encoding="UTF-8" standalone="yes"?>
<Relationships xmlns="http://schemas.openxmlformats.org/package/2006/relationships"><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100.png"/><Relationship Id="rId39" Type="http://schemas.openxmlformats.org/officeDocument/2006/relationships/image" Target="../media/image113.png"/><Relationship Id="rId21" Type="http://schemas.openxmlformats.org/officeDocument/2006/relationships/image" Target="../media/image95.png"/><Relationship Id="rId34" Type="http://schemas.openxmlformats.org/officeDocument/2006/relationships/image" Target="../media/image108.png"/><Relationship Id="rId42" Type="http://schemas.openxmlformats.org/officeDocument/2006/relationships/image" Target="../media/image116.png"/><Relationship Id="rId47" Type="http://schemas.openxmlformats.org/officeDocument/2006/relationships/image" Target="../media/image121.png"/><Relationship Id="rId50" Type="http://schemas.openxmlformats.org/officeDocument/2006/relationships/image" Target="../media/image124.png"/><Relationship Id="rId55" Type="http://schemas.openxmlformats.org/officeDocument/2006/relationships/image" Target="../media/image129.png"/><Relationship Id="rId63" Type="http://schemas.openxmlformats.org/officeDocument/2006/relationships/image" Target="../media/image137.png"/><Relationship Id="rId7" Type="http://schemas.openxmlformats.org/officeDocument/2006/relationships/image" Target="../media/image81.png"/><Relationship Id="rId2" Type="http://schemas.openxmlformats.org/officeDocument/2006/relationships/notesSlide" Target="../notesSlides/notesSlide33.xml"/><Relationship Id="rId16" Type="http://schemas.openxmlformats.org/officeDocument/2006/relationships/image" Target="../media/image90.png"/><Relationship Id="rId29" Type="http://schemas.openxmlformats.org/officeDocument/2006/relationships/image" Target="../media/image103.png"/><Relationship Id="rId11" Type="http://schemas.openxmlformats.org/officeDocument/2006/relationships/image" Target="../media/image85.png"/><Relationship Id="rId24" Type="http://schemas.openxmlformats.org/officeDocument/2006/relationships/image" Target="../media/image98.png"/><Relationship Id="rId32" Type="http://schemas.openxmlformats.org/officeDocument/2006/relationships/image" Target="../media/image106.png"/><Relationship Id="rId37" Type="http://schemas.openxmlformats.org/officeDocument/2006/relationships/image" Target="../media/image111.png"/><Relationship Id="rId40" Type="http://schemas.openxmlformats.org/officeDocument/2006/relationships/image" Target="../media/image114.png"/><Relationship Id="rId45" Type="http://schemas.openxmlformats.org/officeDocument/2006/relationships/image" Target="../media/image119.png"/><Relationship Id="rId53" Type="http://schemas.openxmlformats.org/officeDocument/2006/relationships/image" Target="../media/image127.png"/><Relationship Id="rId58" Type="http://schemas.openxmlformats.org/officeDocument/2006/relationships/image" Target="../media/image132.png"/><Relationship Id="rId5" Type="http://schemas.openxmlformats.org/officeDocument/2006/relationships/image" Target="../media/image79.png"/><Relationship Id="rId61" Type="http://schemas.openxmlformats.org/officeDocument/2006/relationships/image" Target="../media/image135.png"/><Relationship Id="rId19" Type="http://schemas.openxmlformats.org/officeDocument/2006/relationships/image" Target="../media/image93.png"/><Relationship Id="rId14" Type="http://schemas.openxmlformats.org/officeDocument/2006/relationships/image" Target="../media/image88.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 Id="rId35" Type="http://schemas.openxmlformats.org/officeDocument/2006/relationships/image" Target="../media/image109.png"/><Relationship Id="rId43" Type="http://schemas.openxmlformats.org/officeDocument/2006/relationships/image" Target="../media/image117.png"/><Relationship Id="rId48" Type="http://schemas.openxmlformats.org/officeDocument/2006/relationships/image" Target="../media/image122.png"/><Relationship Id="rId56" Type="http://schemas.openxmlformats.org/officeDocument/2006/relationships/image" Target="../media/image130.png"/><Relationship Id="rId8" Type="http://schemas.openxmlformats.org/officeDocument/2006/relationships/image" Target="../media/image82.png"/><Relationship Id="rId51" Type="http://schemas.openxmlformats.org/officeDocument/2006/relationships/image" Target="../media/image125.png"/><Relationship Id="rId3" Type="http://schemas.openxmlformats.org/officeDocument/2006/relationships/image" Target="../media/image77.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9.png"/><Relationship Id="rId33" Type="http://schemas.openxmlformats.org/officeDocument/2006/relationships/image" Target="../media/image107.png"/><Relationship Id="rId38" Type="http://schemas.openxmlformats.org/officeDocument/2006/relationships/image" Target="../media/image112.png"/><Relationship Id="rId46" Type="http://schemas.openxmlformats.org/officeDocument/2006/relationships/image" Target="../media/image120.png"/><Relationship Id="rId59" Type="http://schemas.openxmlformats.org/officeDocument/2006/relationships/image" Target="../media/image133.png"/><Relationship Id="rId20" Type="http://schemas.openxmlformats.org/officeDocument/2006/relationships/image" Target="../media/image94.png"/><Relationship Id="rId41" Type="http://schemas.openxmlformats.org/officeDocument/2006/relationships/image" Target="../media/image115.png"/><Relationship Id="rId54" Type="http://schemas.openxmlformats.org/officeDocument/2006/relationships/image" Target="../media/image128.png"/><Relationship Id="rId62" Type="http://schemas.openxmlformats.org/officeDocument/2006/relationships/image" Target="../media/image136.png"/><Relationship Id="rId1" Type="http://schemas.openxmlformats.org/officeDocument/2006/relationships/slideLayout" Target="../slideLayouts/slideLayout11.xml"/><Relationship Id="rId6" Type="http://schemas.openxmlformats.org/officeDocument/2006/relationships/image" Target="../media/image80.png"/><Relationship Id="rId15" Type="http://schemas.openxmlformats.org/officeDocument/2006/relationships/image" Target="../media/image89.png"/><Relationship Id="rId23" Type="http://schemas.openxmlformats.org/officeDocument/2006/relationships/image" Target="../media/image97.png"/><Relationship Id="rId28" Type="http://schemas.openxmlformats.org/officeDocument/2006/relationships/image" Target="../media/image102.png"/><Relationship Id="rId36" Type="http://schemas.openxmlformats.org/officeDocument/2006/relationships/image" Target="../media/image110.png"/><Relationship Id="rId49" Type="http://schemas.openxmlformats.org/officeDocument/2006/relationships/image" Target="../media/image123.png"/><Relationship Id="rId57" Type="http://schemas.openxmlformats.org/officeDocument/2006/relationships/image" Target="../media/image131.png"/><Relationship Id="rId10" Type="http://schemas.openxmlformats.org/officeDocument/2006/relationships/image" Target="../media/image84.png"/><Relationship Id="rId31" Type="http://schemas.openxmlformats.org/officeDocument/2006/relationships/image" Target="../media/image105.png"/><Relationship Id="rId44" Type="http://schemas.openxmlformats.org/officeDocument/2006/relationships/image" Target="../media/image118.png"/><Relationship Id="rId52" Type="http://schemas.openxmlformats.org/officeDocument/2006/relationships/image" Target="../media/image126.png"/><Relationship Id="rId60" Type="http://schemas.openxmlformats.org/officeDocument/2006/relationships/image" Target="../media/image134.png"/><Relationship Id="rId4" Type="http://schemas.openxmlformats.org/officeDocument/2006/relationships/image" Target="../media/image78.png"/><Relationship Id="rId9" Type="http://schemas.openxmlformats.org/officeDocument/2006/relationships/image" Target="../media/image83.png"/></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notesSlide" Target="../notesSlides/notesSlide36.xml"/><Relationship Id="rId1" Type="http://schemas.openxmlformats.org/officeDocument/2006/relationships/slideLayout" Target="../slideLayouts/slideLayout11.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3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38.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38.xml"/><Relationship Id="rId1" Type="http://schemas.openxmlformats.org/officeDocument/2006/relationships/slideLayout" Target="../slideLayouts/slideLayout11.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39.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39.xml"/><Relationship Id="rId1" Type="http://schemas.openxmlformats.org/officeDocument/2006/relationships/slideLayout" Target="../slideLayouts/slideLayout11.xml"/><Relationship Id="rId4" Type="http://schemas.openxmlformats.org/officeDocument/2006/relationships/image" Target="../media/image152.png"/></Relationships>
</file>

<file path=ppt/slides/_rels/slide4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0.xml"/><Relationship Id="rId1" Type="http://schemas.openxmlformats.org/officeDocument/2006/relationships/slideLayout" Target="../slideLayouts/slideLayout11.xml"/><Relationship Id="rId5" Type="http://schemas.openxmlformats.org/officeDocument/2006/relationships/image" Target="../media/image155.png"/><Relationship Id="rId4" Type="http://schemas.openxmlformats.org/officeDocument/2006/relationships/image" Target="../media/image154.png"/></Relationships>
</file>

<file path=ppt/slides/_rels/slide4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41.xml"/><Relationship Id="rId1" Type="http://schemas.openxmlformats.org/officeDocument/2006/relationships/slideLayout" Target="../slideLayouts/slideLayout11.xml"/><Relationship Id="rId5" Type="http://schemas.openxmlformats.org/officeDocument/2006/relationships/image" Target="../media/image158.png"/><Relationship Id="rId4" Type="http://schemas.openxmlformats.org/officeDocument/2006/relationships/image" Target="../media/image157.png"/></Relationships>
</file>

<file path=ppt/slides/_rels/slide42.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42.xml"/><Relationship Id="rId1" Type="http://schemas.openxmlformats.org/officeDocument/2006/relationships/slideLayout" Target="../slideLayouts/slideLayout11.xml"/><Relationship Id="rId4" Type="http://schemas.openxmlformats.org/officeDocument/2006/relationships/image" Target="../media/image160.png"/></Relationships>
</file>

<file path=ppt/slides/_rels/slide43.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2.png"/></Relationships>
</file>

<file path=ppt/slides/_rels/slide44.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47.xml"/><Relationship Id="rId1" Type="http://schemas.openxmlformats.org/officeDocument/2006/relationships/slideLayout" Target="../slideLayouts/slideLayout11.xml"/><Relationship Id="rId5" Type="http://schemas.openxmlformats.org/officeDocument/2006/relationships/image" Target="../media/image168.png"/><Relationship Id="rId4" Type="http://schemas.openxmlformats.org/officeDocument/2006/relationships/image" Target="../media/image167.png"/></Relationships>
</file>

<file path=ppt/slides/_rels/slide48.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8.xml"/><Relationship Id="rId1" Type="http://schemas.openxmlformats.org/officeDocument/2006/relationships/slideLayout" Target="../slideLayouts/slideLayout11.xml"/><Relationship Id="rId4" Type="http://schemas.openxmlformats.org/officeDocument/2006/relationships/image" Target="../media/image170.png"/></Relationships>
</file>

<file path=ppt/slides/_rels/slide49.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49.xml"/><Relationship Id="rId1" Type="http://schemas.openxmlformats.org/officeDocument/2006/relationships/slideLayout" Target="../slideLayouts/slideLayout11.xml"/><Relationship Id="rId4" Type="http://schemas.openxmlformats.org/officeDocument/2006/relationships/image" Target="../media/image172.png"/></Relationships>
</file>

<file path=ppt/slides/_rels/slide50.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50.xml"/><Relationship Id="rId1" Type="http://schemas.openxmlformats.org/officeDocument/2006/relationships/slideLayout" Target="../slideLayouts/slideLayout11.xml"/><Relationship Id="rId5" Type="http://schemas.openxmlformats.org/officeDocument/2006/relationships/image" Target="../media/image175.png"/><Relationship Id="rId4" Type="http://schemas.openxmlformats.org/officeDocument/2006/relationships/image" Target="../media/image174.png"/></Relationships>
</file>

<file path=ppt/slides/_rels/slide51.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51.xml"/><Relationship Id="rId1" Type="http://schemas.openxmlformats.org/officeDocument/2006/relationships/slideLayout" Target="../slideLayouts/slideLayout11.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17 - Sprint 7</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Despliegue de aplicaciones</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¿Cómo se exponen las aplicaciones Python?</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Revisión teórica del proyecto</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Revisión práctica del proyecto</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Comprender el uso de servidores web</a:t>
            </a:r>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Realizar la construcción de un proyecto básico en </a:t>
            </a:r>
            <a:r>
              <a:rPr lang="es-CO" sz="1800" dirty="0" err="1"/>
              <a:t>python</a:t>
            </a:r>
            <a:endParaRPr lang="es-CO"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Exponer servicios Python en la web</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0D85662B-8D6A-8020-C1D3-9777490A3C40}"/>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15E0749D-8A7A-A356-5EB7-1EE5D540B3A4}"/>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Kahoot!</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BA94B5B5-C753-BFD2-C489-FFE0EE89A439}"/>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4121483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B5F8D258-8437-BAC8-79AD-316DA67CF9ED}"/>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E3CC62D7-3872-A0F3-F2BA-4457673263E9}"/>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AF332340-C069-FFF1-3245-F01A91208C4B}"/>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¿Qué es un servidor?</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90DFC45D-347B-EB67-ABC8-7FD8DE152FD5}"/>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Básicamente, una computadora</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Cuando construimos una app de python esta se puede ejecutar. </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El objetivo del servidor es, basicamente, mantener la app en ejecución.</a:t>
            </a:r>
            <a:endParaRPr dirty="0">
              <a:solidFill>
                <a:srgbClr val="1A1A1A"/>
              </a:solidFill>
            </a:endParaRPr>
          </a:p>
        </p:txBody>
      </p:sp>
      <p:sp>
        <p:nvSpPr>
          <p:cNvPr id="143" name="Google Shape;143;p25">
            <a:extLst>
              <a:ext uri="{FF2B5EF4-FFF2-40B4-BE49-F238E27FC236}">
                <a16:creationId xmlns:a16="http://schemas.microsoft.com/office/drawing/2014/main" id="{028E25E2-054C-4374-DB07-2002453AC161}"/>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No es </a:t>
            </a:r>
            <a:r>
              <a:rPr lang="es-CO" sz="1600" b="1" dirty="0" err="1">
                <a:solidFill>
                  <a:srgbClr val="1A1A1A"/>
                </a:solidFill>
                <a:latin typeface="Inter"/>
                <a:ea typeface="Inter"/>
                <a:cs typeface="Inter"/>
                <a:sym typeface="Inter"/>
              </a:rPr>
              <a:t>tán</a:t>
            </a:r>
            <a:r>
              <a:rPr lang="es-CO" sz="1600" b="1" dirty="0">
                <a:solidFill>
                  <a:srgbClr val="1A1A1A"/>
                </a:solidFill>
                <a:latin typeface="Inter"/>
                <a:ea typeface="Inter"/>
                <a:cs typeface="Inter"/>
                <a:sym typeface="Inter"/>
              </a:rPr>
              <a:t> fácil cómo parece</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Configurar y mantener un servidor es todo un trabajo, y no es para nada barato.</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Lo minimo que tenemos que garantizar es calidad en nuestro código.</a:t>
            </a:r>
            <a:endParaRPr dirty="0">
              <a:solidFill>
                <a:srgbClr val="1A1A1A"/>
              </a:solidFill>
            </a:endParaRPr>
          </a:p>
        </p:txBody>
      </p:sp>
      <p:sp>
        <p:nvSpPr>
          <p:cNvPr id="144" name="Google Shape;144;p25">
            <a:extLst>
              <a:ext uri="{FF2B5EF4-FFF2-40B4-BE49-F238E27FC236}">
                <a16:creationId xmlns:a16="http://schemas.microsoft.com/office/drawing/2014/main" id="{D36742B1-0794-3D74-43EC-B590A24B1960}"/>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Hay diferentes alternativas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Cómo topicos avanzados tenemos tecnologías de virtualización (Vagrant), contenerización (Docker), orquestación (Kubernetes), computo en nube (AWS, GCP, Azure), servicios serverless (Lambda).</a:t>
            </a:r>
            <a:endParaRPr dirty="0">
              <a:solidFill>
                <a:srgbClr val="1A1A1A"/>
              </a:solidFill>
            </a:endParaRPr>
          </a:p>
        </p:txBody>
      </p:sp>
    </p:spTree>
    <p:extLst>
      <p:ext uri="{BB962C8B-B14F-4D97-AF65-F5344CB8AC3E}">
        <p14:creationId xmlns:p14="http://schemas.microsoft.com/office/powerpoint/2010/main" val="422979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4777A78-6FEF-3B53-0389-27806B45CD59}"/>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8CB221BE-A96F-8DBD-0FA6-3520BB05B635}"/>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Conozcamos Render!</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B76F4D4A-1845-15B9-CE7F-D1DD2798F844}"/>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2954355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39">
          <a:extLst>
            <a:ext uri="{FF2B5EF4-FFF2-40B4-BE49-F238E27FC236}">
              <a16:creationId xmlns:a16="http://schemas.microsoft.com/office/drawing/2014/main" id="{124B278D-A664-9879-A605-35804BF4AF73}"/>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496C1AFE-8AB4-E870-1A3E-0131C3DA029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BADA90C9-E2E1-D8C3-EF9E-8F414B95B416}"/>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¿Cómo se despliegan cambios?</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557E4D76-E6AC-95FA-CA71-218E6599F389}"/>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Revisión de código</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Muchas empresas realizan tareas de revisión de código antes de realizar push a los cambios.</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Recordemos el manejo de ramas en GIT.</a:t>
            </a:r>
            <a:endParaRPr dirty="0">
              <a:solidFill>
                <a:srgbClr val="1A1A1A"/>
              </a:solidFill>
            </a:endParaRPr>
          </a:p>
        </p:txBody>
      </p:sp>
      <p:sp>
        <p:nvSpPr>
          <p:cNvPr id="143" name="Google Shape;143;p25">
            <a:extLst>
              <a:ext uri="{FF2B5EF4-FFF2-40B4-BE49-F238E27FC236}">
                <a16:creationId xmlns:a16="http://schemas.microsoft.com/office/drawing/2014/main" id="{8B3C30FB-2746-B55C-438B-A6C8710C5845}"/>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Despliegues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Cada empresa establece un lapso de tiempo (o ventana) en la cual los cambios se despliegan en el servidor principal.</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La importancia de la validación y testeo de nuestro código.</a:t>
            </a:r>
            <a:endParaRPr dirty="0">
              <a:solidFill>
                <a:srgbClr val="1A1A1A"/>
              </a:solidFill>
            </a:endParaRPr>
          </a:p>
        </p:txBody>
      </p:sp>
      <p:sp>
        <p:nvSpPr>
          <p:cNvPr id="144" name="Google Shape;144;p25">
            <a:extLst>
              <a:ext uri="{FF2B5EF4-FFF2-40B4-BE49-F238E27FC236}">
                <a16:creationId xmlns:a16="http://schemas.microsoft.com/office/drawing/2014/main" id="{853BCDDC-4331-106E-9466-F5A6A63D66CC}"/>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Ciclo CI/CD</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La tecnología está en continuo cambio, las aplicaciónes requieren cambios, mantenimiento y actualización de manera cada vez más constante.</a:t>
            </a:r>
            <a:endParaRPr dirty="0">
              <a:solidFill>
                <a:srgbClr val="1A1A1A"/>
              </a:solidFill>
            </a:endParaRPr>
          </a:p>
        </p:txBody>
      </p:sp>
    </p:spTree>
    <p:extLst>
      <p:ext uri="{BB962C8B-B14F-4D97-AF65-F5344CB8AC3E}">
        <p14:creationId xmlns:p14="http://schemas.microsoft.com/office/powerpoint/2010/main" val="2990878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39">
          <a:extLst>
            <a:ext uri="{FF2B5EF4-FFF2-40B4-BE49-F238E27FC236}">
              <a16:creationId xmlns:a16="http://schemas.microsoft.com/office/drawing/2014/main" id="{A4E92088-F9D9-0C78-54B6-A2E5B78263CE}"/>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E6AEAB71-B7B9-13ED-1932-AC108F05CA20}"/>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B05AA66F-4305-C9D2-44B6-50192805BF9F}"/>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¿Cómo se despliegan cambios?</a:t>
            </a:r>
            <a:endParaRPr sz="4000" dirty="0">
              <a:solidFill>
                <a:srgbClr val="1A1A1A"/>
              </a:solidFill>
              <a:latin typeface="Inter ExtraBold"/>
              <a:ea typeface="Inter ExtraBold"/>
              <a:cs typeface="Inter ExtraBold"/>
              <a:sym typeface="Inter ExtraBold"/>
            </a:endParaRPr>
          </a:p>
        </p:txBody>
      </p:sp>
      <p:pic>
        <p:nvPicPr>
          <p:cNvPr id="1026" name="Picture 2" descr="Top 10 Free CI/CD Tools You Cannot Miss 2024">
            <a:extLst>
              <a:ext uri="{FF2B5EF4-FFF2-40B4-BE49-F238E27FC236}">
                <a16:creationId xmlns:a16="http://schemas.microsoft.com/office/drawing/2014/main" id="{A3E2ADC3-9B82-8FDF-9311-A861E8F0DFE7}"/>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foregroundMark x1="18417" y1="44427" x2="20917" y2="54777"/>
                        <a14:foregroundMark x1="30167" y1="73408" x2="37333" y2="74682"/>
                        <a14:foregroundMark x1="26417" y1="25796" x2="35917" y2="28344"/>
                        <a14:foregroundMark x1="25750" y1="70382" x2="32167" y2="78503"/>
                        <a14:foregroundMark x1="61167" y1="72452" x2="69583" y2="79618"/>
                        <a14:foregroundMark x1="80167" y1="70223" x2="83083" y2="57006"/>
                        <a14:foregroundMark x1="83083" y1="57006" x2="83917" y2="42994"/>
                        <a14:foregroundMark x1="72917" y1="27389" x2="61667" y2="24522"/>
                        <a14:foregroundMark x1="61667" y1="24522" x2="60250" y2="25159"/>
                        <a14:foregroundMark x1="36667" y1="73408" x2="43500" y2="65764"/>
                        <a14:foregroundMark x1="69667" y1="48089" x2="69667" y2="50796"/>
                        <a14:foregroundMark x1="63583" y1="48089" x2="63583" y2="50637"/>
                        <a14:foregroundMark x1="29333" y1="49204" x2="29333" y2="52229"/>
                        <a14:foregroundMark x1="35917" y1="47611" x2="36083" y2="51274"/>
                      </a14:backgroundRemoval>
                    </a14:imgEffect>
                  </a14:imgLayer>
                </a14:imgProps>
              </a:ext>
              <a:ext uri="{28A0092B-C50C-407E-A947-70E740481C1C}">
                <a14:useLocalDpi xmlns:a14="http://schemas.microsoft.com/office/drawing/2010/main" val="0"/>
              </a:ext>
            </a:extLst>
          </a:blip>
          <a:srcRect/>
          <a:stretch>
            <a:fillRect/>
          </a:stretch>
        </p:blipFill>
        <p:spPr bwMode="auto">
          <a:xfrm>
            <a:off x="1375474" y="1285646"/>
            <a:ext cx="6393051" cy="3345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7609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D025442-CEDE-E005-5962-4C2FBA10F17D}"/>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D1FC6F05-4364-D11E-7A6F-BF898A50FE4A}"/>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un ejemplo!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A7F69110-7283-AA48-7F77-B96F5D6019D6}"/>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3927585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Creando un proyecto básico</a:t>
            </a:r>
            <a:endParaRPr sz="4000" dirty="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s-CO" sz="2000" dirty="0">
                <a:solidFill>
                  <a:srgbClr val="1A1A1A"/>
                </a:solidFill>
                <a:latin typeface="Inter Medium"/>
                <a:ea typeface="Inter Medium"/>
                <a:cs typeface="Inter Medium"/>
                <a:sym typeface="Inter Medium"/>
              </a:rPr>
              <a:t>Crearemos un repositorio en GitHub para nuestra app.</a:t>
            </a:r>
            <a:endParaRPr sz="2000" dirty="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Montaremos un esquema básico de desarrollo de una app.</a:t>
            </a:r>
            <a:endParaRPr sz="2000" dirty="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000" dirty="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Haremos nuestro </a:t>
            </a:r>
            <a:r>
              <a:rPr lang="es-CO" sz="2000" dirty="0" err="1">
                <a:solidFill>
                  <a:srgbClr val="1A1A1A"/>
                </a:solidFill>
                <a:latin typeface="Inter Medium"/>
                <a:ea typeface="Inter Medium"/>
                <a:cs typeface="Inter Medium"/>
                <a:sym typeface="Inter Medium"/>
              </a:rPr>
              <a:t>commit</a:t>
            </a:r>
            <a:r>
              <a:rPr lang="es-CO" sz="2000" dirty="0">
                <a:solidFill>
                  <a:srgbClr val="1A1A1A"/>
                </a:solidFill>
                <a:latin typeface="Inter Medium"/>
                <a:ea typeface="Inter Medium"/>
                <a:cs typeface="Inter Medium"/>
                <a:sym typeface="Inter Medium"/>
              </a:rPr>
              <a:t> al repositorio y ejecutaremos nuestra app!</a:t>
            </a:r>
            <a:endParaRPr sz="2000" dirty="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cs typeface="Inter Medium"/>
                <a:sym typeface="Inter Medium"/>
              </a:rPr>
              <a:t>Es distinto programar en </a:t>
            </a:r>
            <a:r>
              <a:rPr lang="es-CO" sz="1800" dirty="0" err="1">
                <a:solidFill>
                  <a:srgbClr val="1A1A1A"/>
                </a:solidFill>
                <a:latin typeface="Inter Medium"/>
                <a:ea typeface="Inter Medium"/>
                <a:cs typeface="Inter Medium"/>
                <a:sym typeface="Inter Medium"/>
              </a:rPr>
              <a:t>Jupyter</a:t>
            </a:r>
            <a:r>
              <a:rPr lang="es-CO" sz="1800" dirty="0">
                <a:solidFill>
                  <a:srgbClr val="1A1A1A"/>
                </a:solidFill>
                <a:latin typeface="Inter Medium"/>
                <a:ea typeface="Inter Medium"/>
                <a:cs typeface="Inter Medium"/>
                <a:sym typeface="Inter Medium"/>
              </a:rPr>
              <a:t> que en un IDE propio para Python.</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El testeo de nuestra aplicación es obligatorio siempre.</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Pero, ahora podemos exponer nuestras propias aplicaciones!</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713</TotalTime>
  <Words>1813</Words>
  <Application>Microsoft Office PowerPoint</Application>
  <PresentationFormat>Presentación en pantalla (16:9)</PresentationFormat>
  <Paragraphs>187</Paragraphs>
  <Slides>51</Slides>
  <Notes>51</Notes>
  <HiddenSlides>35</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51</vt:i4>
      </vt:variant>
    </vt:vector>
  </HeadingPairs>
  <TitlesOfParts>
    <vt:vector size="58" baseType="lpstr">
      <vt:lpstr>Roboto Mono</vt:lpstr>
      <vt:lpstr>Inter SemiBold</vt:lpstr>
      <vt:lpstr>Arial</vt:lpstr>
      <vt:lpstr>Inter ExtraBold</vt:lpstr>
      <vt:lpstr>Inter Medium</vt:lpstr>
      <vt:lpstr>Inter</vt:lpstr>
      <vt:lpstr>Simple Light</vt:lpstr>
      <vt:lpstr>Webinar 17 - Sprint 7 Despliegue de aplicaciones</vt:lpstr>
      <vt:lpstr>Agenda</vt:lpstr>
      <vt:lpstr>Acuerdos</vt:lpstr>
      <vt:lpstr>Objetivo</vt:lpstr>
      <vt:lpstr>Midamos los ánimos</vt:lpstr>
      <vt:lpstr>Recap</vt:lpstr>
      <vt:lpstr>Vamos a Kahoot!</vt:lpstr>
      <vt:lpstr>¿Qué es un servidor?</vt:lpstr>
      <vt:lpstr>Conozcamos Render!</vt:lpstr>
      <vt:lpstr>¿Cómo se despliegan cambios?</vt:lpstr>
      <vt:lpstr>¿Cómo se despliegan cambios?</vt:lpstr>
      <vt:lpstr>Vamos un ejemplo!</vt:lpstr>
      <vt:lpstr>Creando un proyecto básico</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17</cp:revision>
  <dcterms:modified xsi:type="dcterms:W3CDTF">2025-03-16T16:22:23Z</dcterms:modified>
</cp:coreProperties>
</file>