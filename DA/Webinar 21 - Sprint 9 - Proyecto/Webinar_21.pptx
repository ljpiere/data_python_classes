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60" r:id="rId1"/>
  </p:sldMasterIdLst>
  <p:notesMasterIdLst>
    <p:notesMasterId r:id="rId46"/>
  </p:notesMasterIdLst>
  <p:sldIdLst>
    <p:sldId id="256" r:id="rId2"/>
    <p:sldId id="258" r:id="rId3"/>
    <p:sldId id="305" r:id="rId4"/>
    <p:sldId id="275" r:id="rId5"/>
    <p:sldId id="278" r:id="rId6"/>
    <p:sldId id="264" r:id="rId7"/>
    <p:sldId id="313" r:id="rId8"/>
    <p:sldId id="306" r:id="rId9"/>
    <p:sldId id="281" r:id="rId10"/>
    <p:sldId id="263" r:id="rId11"/>
    <p:sldId id="265" r:id="rId12"/>
    <p:sldId id="266" r:id="rId13"/>
    <p:sldId id="267" r:id="rId14"/>
    <p:sldId id="268" r:id="rId15"/>
    <p:sldId id="269" r:id="rId16"/>
    <p:sldId id="270" r:id="rId17"/>
    <p:sldId id="271" r:id="rId18"/>
    <p:sldId id="272" r:id="rId19"/>
    <p:sldId id="273" r:id="rId20"/>
    <p:sldId id="276" r:id="rId21"/>
    <p:sldId id="279" r:id="rId22"/>
    <p:sldId id="280" r:id="rId23"/>
    <p:sldId id="282" r:id="rId24"/>
    <p:sldId id="283" r:id="rId25"/>
    <p:sldId id="284" r:id="rId26"/>
    <p:sldId id="285" r:id="rId27"/>
    <p:sldId id="286" r:id="rId28"/>
    <p:sldId id="287" r:id="rId29"/>
    <p:sldId id="288" r:id="rId30"/>
    <p:sldId id="289" r:id="rId31"/>
    <p:sldId id="290" r:id="rId32"/>
    <p:sldId id="291" r:id="rId33"/>
    <p:sldId id="292" r:id="rId34"/>
    <p:sldId id="293" r:id="rId35"/>
    <p:sldId id="294" r:id="rId36"/>
    <p:sldId id="295" r:id="rId37"/>
    <p:sldId id="296" r:id="rId38"/>
    <p:sldId id="297" r:id="rId39"/>
    <p:sldId id="298" r:id="rId40"/>
    <p:sldId id="299" r:id="rId41"/>
    <p:sldId id="300" r:id="rId42"/>
    <p:sldId id="301" r:id="rId43"/>
    <p:sldId id="302" r:id="rId44"/>
    <p:sldId id="303" r:id="rId45"/>
  </p:sldIdLst>
  <p:sldSz cx="9144000" cy="5143500" type="screen16x9"/>
  <p:notesSz cx="6858000" cy="9144000"/>
  <p:embeddedFontLst>
    <p:embeddedFont>
      <p:font typeface="Inter" panose="020B0604020202020204" charset="0"/>
      <p:regular r:id="rId47"/>
      <p:bold r:id="rId48"/>
      <p:italic r:id="rId49"/>
      <p:boldItalic r:id="rId50"/>
    </p:embeddedFont>
    <p:embeddedFont>
      <p:font typeface="Inter ExtraBold" panose="020B0604020202020204" charset="0"/>
      <p:bold r:id="rId51"/>
      <p:boldItalic r:id="rId52"/>
    </p:embeddedFont>
    <p:embeddedFont>
      <p:font typeface="Inter Medium" panose="020B0604020202020204" charset="0"/>
      <p:regular r:id="rId53"/>
      <p:bold r:id="rId54"/>
      <p:italic r:id="rId55"/>
      <p:boldItalic r:id="rId56"/>
    </p:embeddedFont>
    <p:embeddedFont>
      <p:font typeface="Inter SemiBold" panose="020B0604020202020204" charset="0"/>
      <p:regular r:id="rId57"/>
      <p:bold r:id="rId58"/>
      <p:italic r:id="rId59"/>
      <p:boldItalic r:id="rId60"/>
    </p:embeddedFont>
    <p:embeddedFont>
      <p:font typeface="Roboto Mono" panose="00000009000000000000" pitchFamily="49" charset="0"/>
      <p:regular r:id="rId61"/>
      <p:bold r:id="rId62"/>
      <p:italic r:id="rId63"/>
      <p:boldItalic r:id="rId6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os="144">
          <p15:clr>
            <a:srgbClr val="747775"/>
          </p15:clr>
        </p15:guide>
        <p15:guide id="2" orient="horz" pos="144">
          <p15:clr>
            <a:srgbClr val="747775"/>
          </p15:clr>
        </p15:guide>
        <p15:guide id="3" pos="5616">
          <p15:clr>
            <a:srgbClr val="747775"/>
          </p15:clr>
        </p15:guide>
        <p15:guide id="4" orient="horz" pos="3096">
          <p15:clr>
            <a:srgbClr val="747775"/>
          </p15:clr>
        </p15:guide>
        <p15:guide id="5" orient="horz" pos="402">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DE21166-72CD-4666-9B10-2B5B8EA32889}">
  <a:tblStyle styleId="{EDE21166-72CD-4666-9B10-2B5B8EA32889}"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4" d="100"/>
          <a:sy n="74" d="100"/>
        </p:scale>
        <p:origin x="988" y="52"/>
      </p:cViewPr>
      <p:guideLst>
        <p:guide pos="144"/>
        <p:guide orient="horz" pos="144"/>
        <p:guide pos="5616"/>
        <p:guide orient="horz" pos="3096"/>
        <p:guide orient="horz" pos="402"/>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1.fntdata"/><Relationship Id="rId50" Type="http://schemas.openxmlformats.org/officeDocument/2006/relationships/font" Target="fonts/font4.fntdata"/><Relationship Id="rId55" Type="http://schemas.openxmlformats.org/officeDocument/2006/relationships/font" Target="fonts/font9.fntdata"/><Relationship Id="rId63" Type="http://schemas.openxmlformats.org/officeDocument/2006/relationships/font" Target="fonts/font17.fntdata"/><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7.fntdata"/><Relationship Id="rId58" Type="http://schemas.openxmlformats.org/officeDocument/2006/relationships/font" Target="fonts/font12.fntdata"/><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font" Target="fonts/font15.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2.fntdata"/><Relationship Id="rId56" Type="http://schemas.openxmlformats.org/officeDocument/2006/relationships/font" Target="fonts/font10.fntdata"/><Relationship Id="rId64" Type="http://schemas.openxmlformats.org/officeDocument/2006/relationships/font" Target="fonts/font18.fntdata"/><Relationship Id="rId8" Type="http://schemas.openxmlformats.org/officeDocument/2006/relationships/slide" Target="slides/slide7.xml"/><Relationship Id="rId51" Type="http://schemas.openxmlformats.org/officeDocument/2006/relationships/font" Target="fonts/font5.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59" Type="http://schemas.openxmlformats.org/officeDocument/2006/relationships/font" Target="fonts/font13.fntdata"/><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8.fntdata"/><Relationship Id="rId62" Type="http://schemas.openxmlformats.org/officeDocument/2006/relationships/font" Target="fonts/font16.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3.fntdata"/><Relationship Id="rId57" Type="http://schemas.openxmlformats.org/officeDocument/2006/relationships/font" Target="fonts/font11.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6.fntdata"/><Relationship Id="rId60" Type="http://schemas.openxmlformats.org/officeDocument/2006/relationships/font" Target="fonts/font14.fntdata"/><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
        <p:cNvGrpSpPr/>
        <p:nvPr/>
      </p:nvGrpSpPr>
      <p:grpSpPr>
        <a:xfrm>
          <a:off x="0" y="0"/>
          <a:ext cx="0" cy="0"/>
          <a:chOff x="0" y="0"/>
          <a:chExt cx="0" cy="0"/>
        </a:xfrm>
      </p:grpSpPr>
      <p:sp>
        <p:nvSpPr>
          <p:cNvPr id="30" name="Google Shape;30;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 name="Google Shape;31;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
        <p:cNvGrpSpPr/>
        <p:nvPr/>
      </p:nvGrpSpPr>
      <p:grpSpPr>
        <a:xfrm>
          <a:off x="0" y="0"/>
          <a:ext cx="0" cy="0"/>
          <a:chOff x="0" y="0"/>
          <a:chExt cx="0" cy="0"/>
        </a:xfrm>
      </p:grpSpPr>
      <p:sp>
        <p:nvSpPr>
          <p:cNvPr id="45" name="Google Shape;45;g2da1afbcdf4_0_2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 name="Google Shape;46;g2da1afbcdf4_0_2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a:extLst>
            <a:ext uri="{FF2B5EF4-FFF2-40B4-BE49-F238E27FC236}">
              <a16:creationId xmlns:a16="http://schemas.microsoft.com/office/drawing/2014/main" id="{30D70CA9-898A-0E64-0EED-045345EFC02E}"/>
            </a:ext>
          </a:extLst>
        </p:cNvPr>
        <p:cNvGrpSpPr/>
        <p:nvPr/>
      </p:nvGrpSpPr>
      <p:grpSpPr>
        <a:xfrm>
          <a:off x="0" y="0"/>
          <a:ext cx="0" cy="0"/>
          <a:chOff x="0" y="0"/>
          <a:chExt cx="0" cy="0"/>
        </a:xfrm>
      </p:grpSpPr>
      <p:sp>
        <p:nvSpPr>
          <p:cNvPr id="97" name="Google Shape;97;g2cf41384e5b_0_23:notes">
            <a:extLst>
              <a:ext uri="{FF2B5EF4-FFF2-40B4-BE49-F238E27FC236}">
                <a16:creationId xmlns:a16="http://schemas.microsoft.com/office/drawing/2014/main" id="{6C52D72D-0360-E541-64CF-EE5D2287A9A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2cf41384e5b_0_23:notes">
            <a:extLst>
              <a:ext uri="{FF2B5EF4-FFF2-40B4-BE49-F238E27FC236}">
                <a16:creationId xmlns:a16="http://schemas.microsoft.com/office/drawing/2014/main" id="{DCD6B3F0-F086-E5C8-A32A-C84AD5AA050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245709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2da1afbcdf4_0_8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2da1afbcdf4_0_8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g2cf684365c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 name="Google Shape;238;g2cf684365c9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2cf41384e5b_0_1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2cf41384e5b_0_1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a:extLst>
            <a:ext uri="{FF2B5EF4-FFF2-40B4-BE49-F238E27FC236}">
              <a16:creationId xmlns:a16="http://schemas.microsoft.com/office/drawing/2014/main" id="{1E22292D-32AE-0960-45E8-62BF575027E5}"/>
            </a:ext>
          </a:extLst>
        </p:cNvPr>
        <p:cNvGrpSpPr/>
        <p:nvPr/>
      </p:nvGrpSpPr>
      <p:grpSpPr>
        <a:xfrm>
          <a:off x="0" y="0"/>
          <a:ext cx="0" cy="0"/>
          <a:chOff x="0" y="0"/>
          <a:chExt cx="0" cy="0"/>
        </a:xfrm>
      </p:grpSpPr>
      <p:sp>
        <p:nvSpPr>
          <p:cNvPr id="231" name="Google Shape;231;g2cf5b16db11_0_1:notes">
            <a:extLst>
              <a:ext uri="{FF2B5EF4-FFF2-40B4-BE49-F238E27FC236}">
                <a16:creationId xmlns:a16="http://schemas.microsoft.com/office/drawing/2014/main" id="{44267032-B792-5E21-2239-120D4CA3ABD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2" name="Google Shape;232;g2cf5b16db11_0_1:notes">
            <a:extLst>
              <a:ext uri="{FF2B5EF4-FFF2-40B4-BE49-F238E27FC236}">
                <a16:creationId xmlns:a16="http://schemas.microsoft.com/office/drawing/2014/main" id="{FE6264A2-9AD8-1489-AD57-A5779751627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968785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a:extLst>
            <a:ext uri="{FF2B5EF4-FFF2-40B4-BE49-F238E27FC236}">
              <a16:creationId xmlns:a16="http://schemas.microsoft.com/office/drawing/2014/main" id="{2BDB2683-4448-38D4-5B24-EB5B631C954E}"/>
            </a:ext>
          </a:extLst>
        </p:cNvPr>
        <p:cNvGrpSpPr/>
        <p:nvPr/>
      </p:nvGrpSpPr>
      <p:grpSpPr>
        <a:xfrm>
          <a:off x="0" y="0"/>
          <a:ext cx="0" cy="0"/>
          <a:chOff x="0" y="0"/>
          <a:chExt cx="0" cy="0"/>
        </a:xfrm>
      </p:grpSpPr>
      <p:sp>
        <p:nvSpPr>
          <p:cNvPr id="237" name="Google Shape;237;g2cf684365c9_0_2:notes">
            <a:extLst>
              <a:ext uri="{FF2B5EF4-FFF2-40B4-BE49-F238E27FC236}">
                <a16:creationId xmlns:a16="http://schemas.microsoft.com/office/drawing/2014/main" id="{03A0DFD6-A3A1-0ED1-5F76-E6B8B4D06A0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 name="Google Shape;238;g2cf684365c9_0_2:notes">
            <a:extLst>
              <a:ext uri="{FF2B5EF4-FFF2-40B4-BE49-F238E27FC236}">
                <a16:creationId xmlns:a16="http://schemas.microsoft.com/office/drawing/2014/main" id="{96048876-CD35-5D8B-FDBB-B1CBEF1945A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87597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g2da1afbcdf4_0_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7" name="Google Shape;267;g2da1afbcdf4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2cf41384e5b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 name="Google Shape;105;g2cf41384e5b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2da1afbcdf4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2da1afbcdf4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2cf41384e5b_0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2cf41384e5b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2cf41384e5b_0_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2cf41384e5b_0_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2cf41384e5b_0_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 name="Google Shape;147;g2cf41384e5b_0_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2cf41384e5b_0_1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2cf41384e5b_0_1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2cf41384e5b_0_1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2cf41384e5b_0_1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2dde4172b78_0_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 name="Google Shape;180;g2dde4172b78_0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2da1afbcdf4_0_9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2da1afbcdf4_0_9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2da1afbcdf4_0_3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 name="Google Shape;194;g2da1afbcdf4_0_3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2da1afbcdf4_0_8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 name="Google Shape;223;g2da1afbcdf4_0_8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g2cf684365c9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4" name="Google Shape;244;g2cf684365c9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g2d0f53808d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1" name="Google Shape;251;g2d0f53808d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g2da1afbcdf4_0_1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4" name="Google Shape;274;g2da1afbcdf4_0_1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g2da1afbcdf4_0_1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9" name="Google Shape;279;g2da1afbcdf4_0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g2da1afbcdf4_0_3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4" name="Google Shape;284;g2da1afbcdf4_0_3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g2da1afbcdf4_0_4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5" name="Google Shape;355;g2da1afbcdf4_0_4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g2da1afbcdf4_0_7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1" name="Google Shape;421;g2da1afbcdf4_0_7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g2da1afbcdf4_0_7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2" name="Google Shape;432;g2da1afbcdf4_0_7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
        <p:cNvGrpSpPr/>
        <p:nvPr/>
      </p:nvGrpSpPr>
      <p:grpSpPr>
        <a:xfrm>
          <a:off x="0" y="0"/>
          <a:ext cx="0" cy="0"/>
          <a:chOff x="0" y="0"/>
          <a:chExt cx="0" cy="0"/>
        </a:xfrm>
      </p:grpSpPr>
      <p:sp>
        <p:nvSpPr>
          <p:cNvPr id="443" name="Google Shape;443;g2da1afbcdf4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4" name="Google Shape;444;g2da1afbcdf4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p:cNvGrpSpPr/>
        <p:nvPr/>
      </p:nvGrpSpPr>
      <p:grpSpPr>
        <a:xfrm>
          <a:off x="0" y="0"/>
          <a:ext cx="0" cy="0"/>
          <a:chOff x="0" y="0"/>
          <a:chExt cx="0" cy="0"/>
        </a:xfrm>
      </p:grpSpPr>
      <p:sp>
        <p:nvSpPr>
          <p:cNvPr id="453" name="Google Shape;453;g2da1afbcdf4_0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4" name="Google Shape;454;g2da1afbcdf4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2da1afbcdf4_0_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2da1afbcdf4_0_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9"/>
        <p:cNvGrpSpPr/>
        <p:nvPr/>
      </p:nvGrpSpPr>
      <p:grpSpPr>
        <a:xfrm>
          <a:off x="0" y="0"/>
          <a:ext cx="0" cy="0"/>
          <a:chOff x="0" y="0"/>
          <a:chExt cx="0" cy="0"/>
        </a:xfrm>
      </p:grpSpPr>
      <p:sp>
        <p:nvSpPr>
          <p:cNvPr id="470" name="Google Shape;470;g2da1afbcdf4_0_2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1" name="Google Shape;471;g2da1afbcdf4_0_2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6"/>
        <p:cNvGrpSpPr/>
        <p:nvPr/>
      </p:nvGrpSpPr>
      <p:grpSpPr>
        <a:xfrm>
          <a:off x="0" y="0"/>
          <a:ext cx="0" cy="0"/>
          <a:chOff x="0" y="0"/>
          <a:chExt cx="0" cy="0"/>
        </a:xfrm>
      </p:grpSpPr>
      <p:sp>
        <p:nvSpPr>
          <p:cNvPr id="477" name="Google Shape;477;g2da1afbcdf4_0_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8" name="Google Shape;478;g2da1afbcdf4_0_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4"/>
        <p:cNvGrpSpPr/>
        <p:nvPr/>
      </p:nvGrpSpPr>
      <p:grpSpPr>
        <a:xfrm>
          <a:off x="0" y="0"/>
          <a:ext cx="0" cy="0"/>
          <a:chOff x="0" y="0"/>
          <a:chExt cx="0" cy="0"/>
        </a:xfrm>
      </p:grpSpPr>
      <p:sp>
        <p:nvSpPr>
          <p:cNvPr id="485" name="Google Shape;485;g2da1afbcdf4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6" name="Google Shape;486;g2da1afbcdf4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2"/>
        <p:cNvGrpSpPr/>
        <p:nvPr/>
      </p:nvGrpSpPr>
      <p:grpSpPr>
        <a:xfrm>
          <a:off x="0" y="0"/>
          <a:ext cx="0" cy="0"/>
          <a:chOff x="0" y="0"/>
          <a:chExt cx="0" cy="0"/>
        </a:xfrm>
      </p:grpSpPr>
      <p:sp>
        <p:nvSpPr>
          <p:cNvPr id="493" name="Google Shape;493;g2da1afbcdf4_0_1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4" name="Google Shape;494;g2da1afbcdf4_0_1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9"/>
        <p:cNvGrpSpPr/>
        <p:nvPr/>
      </p:nvGrpSpPr>
      <p:grpSpPr>
        <a:xfrm>
          <a:off x="0" y="0"/>
          <a:ext cx="0" cy="0"/>
          <a:chOff x="0" y="0"/>
          <a:chExt cx="0" cy="0"/>
        </a:xfrm>
      </p:grpSpPr>
      <p:sp>
        <p:nvSpPr>
          <p:cNvPr id="500" name="Google Shape;500;g2da1afbcdf4_0_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1" name="Google Shape;501;g2da1afbcdf4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6"/>
        <p:cNvGrpSpPr/>
        <p:nvPr/>
      </p:nvGrpSpPr>
      <p:grpSpPr>
        <a:xfrm>
          <a:off x="0" y="0"/>
          <a:ext cx="0" cy="0"/>
          <a:chOff x="0" y="0"/>
          <a:chExt cx="0" cy="0"/>
        </a:xfrm>
      </p:grpSpPr>
      <p:sp>
        <p:nvSpPr>
          <p:cNvPr id="507" name="Google Shape;507;g2da1afbcdf4_0_1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8" name="Google Shape;508;g2da1afbcdf4_0_1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2"/>
        <p:cNvGrpSpPr/>
        <p:nvPr/>
      </p:nvGrpSpPr>
      <p:grpSpPr>
        <a:xfrm>
          <a:off x="0" y="0"/>
          <a:ext cx="0" cy="0"/>
          <a:chOff x="0" y="0"/>
          <a:chExt cx="0" cy="0"/>
        </a:xfrm>
      </p:grpSpPr>
      <p:sp>
        <p:nvSpPr>
          <p:cNvPr id="513" name="Google Shape;513;g2da1afbcdf4_0_2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4" name="Google Shape;514;g2da1afbcdf4_0_2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8"/>
        <p:cNvGrpSpPr/>
        <p:nvPr/>
      </p:nvGrpSpPr>
      <p:grpSpPr>
        <a:xfrm>
          <a:off x="0" y="0"/>
          <a:ext cx="0" cy="0"/>
          <a:chOff x="0" y="0"/>
          <a:chExt cx="0" cy="0"/>
        </a:xfrm>
      </p:grpSpPr>
      <p:sp>
        <p:nvSpPr>
          <p:cNvPr id="519" name="Google Shape;519;g2da1afbcdf4_0_2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0" name="Google Shape;520;g2da1afbcdf4_0_2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4"/>
        <p:cNvGrpSpPr/>
        <p:nvPr/>
      </p:nvGrpSpPr>
      <p:grpSpPr>
        <a:xfrm>
          <a:off x="0" y="0"/>
          <a:ext cx="0" cy="0"/>
          <a:chOff x="0" y="0"/>
          <a:chExt cx="0" cy="0"/>
        </a:xfrm>
      </p:grpSpPr>
      <p:sp>
        <p:nvSpPr>
          <p:cNvPr id="525" name="Google Shape;525;g2da1afbcdf4_0_1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6" name="Google Shape;526;g2da1afbcdf4_0_1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3"/>
        <p:cNvGrpSpPr/>
        <p:nvPr/>
      </p:nvGrpSpPr>
      <p:grpSpPr>
        <a:xfrm>
          <a:off x="0" y="0"/>
          <a:ext cx="0" cy="0"/>
          <a:chOff x="0" y="0"/>
          <a:chExt cx="0" cy="0"/>
        </a:xfrm>
      </p:grpSpPr>
      <p:sp>
        <p:nvSpPr>
          <p:cNvPr id="534" name="Google Shape;534;g2da1afbcdf4_0_1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5" name="Google Shape;535;g2da1afbcdf4_0_1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0"/>
        <p:cNvGrpSpPr/>
        <p:nvPr/>
      </p:nvGrpSpPr>
      <p:grpSpPr>
        <a:xfrm>
          <a:off x="0" y="0"/>
          <a:ext cx="0" cy="0"/>
          <a:chOff x="0" y="0"/>
          <a:chExt cx="0" cy="0"/>
        </a:xfrm>
      </p:grpSpPr>
      <p:sp>
        <p:nvSpPr>
          <p:cNvPr id="541" name="Google Shape;541;g2da1afbcdf4_0_1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2" name="Google Shape;542;g2da1afbcdf4_0_1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7"/>
        <p:cNvGrpSpPr/>
        <p:nvPr/>
      </p:nvGrpSpPr>
      <p:grpSpPr>
        <a:xfrm>
          <a:off x="0" y="0"/>
          <a:ext cx="0" cy="0"/>
          <a:chOff x="0" y="0"/>
          <a:chExt cx="0" cy="0"/>
        </a:xfrm>
      </p:grpSpPr>
      <p:sp>
        <p:nvSpPr>
          <p:cNvPr id="548" name="Google Shape;548;g2da1afbcdf4_0_2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9" name="Google Shape;549;g2da1afbcdf4_0_2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5"/>
        <p:cNvGrpSpPr/>
        <p:nvPr/>
      </p:nvGrpSpPr>
      <p:grpSpPr>
        <a:xfrm>
          <a:off x="0" y="0"/>
          <a:ext cx="0" cy="0"/>
          <a:chOff x="0" y="0"/>
          <a:chExt cx="0" cy="0"/>
        </a:xfrm>
      </p:grpSpPr>
      <p:sp>
        <p:nvSpPr>
          <p:cNvPr id="556" name="Google Shape;556;g2da1afbcdf4_0_2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7" name="Google Shape;557;g2da1afbcdf4_0_2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7"/>
        <p:cNvGrpSpPr/>
        <p:nvPr/>
      </p:nvGrpSpPr>
      <p:grpSpPr>
        <a:xfrm>
          <a:off x="0" y="0"/>
          <a:ext cx="0" cy="0"/>
          <a:chOff x="0" y="0"/>
          <a:chExt cx="0" cy="0"/>
        </a:xfrm>
      </p:grpSpPr>
      <p:sp>
        <p:nvSpPr>
          <p:cNvPr id="8" name="Google Shape;8;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eam (4 people)" type="secHead">
  <p:cSld name="SECTION_HEADER">
    <p:spTree>
      <p:nvGrpSpPr>
        <p:cNvPr id="1" name="Shape 9"/>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0"/>
        <p:cNvGrpSpPr/>
        <p:nvPr/>
      </p:nvGrpSpPr>
      <p:grpSpPr>
        <a:xfrm>
          <a:off x="0" y="0"/>
          <a:ext cx="0" cy="0"/>
          <a:chOff x="0" y="0"/>
          <a:chExt cx="0" cy="0"/>
        </a:xfrm>
      </p:grpSpPr>
      <p:sp>
        <p:nvSpPr>
          <p:cNvPr id="11" name="Google Shape;11;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2"/>
        <p:cNvGrpSpPr/>
        <p:nvPr/>
      </p:nvGrpSpPr>
      <p:grpSpPr>
        <a:xfrm>
          <a:off x="0" y="0"/>
          <a:ext cx="0" cy="0"/>
          <a:chOff x="0" y="0"/>
          <a:chExt cx="0" cy="0"/>
        </a:xfrm>
      </p:grpSpPr>
      <p:sp>
        <p:nvSpPr>
          <p:cNvPr id="13" name="Google Shape;13;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4"/>
        <p:cNvGrpSpPr/>
        <p:nvPr/>
      </p:nvGrpSpPr>
      <p:grpSpPr>
        <a:xfrm>
          <a:off x="0" y="0"/>
          <a:ext cx="0" cy="0"/>
          <a:chOff x="0" y="0"/>
          <a:chExt cx="0" cy="0"/>
        </a:xfrm>
      </p:grpSpPr>
      <p:sp>
        <p:nvSpPr>
          <p:cNvPr id="15" name="Google Shape;15;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6"/>
        <p:cNvGrpSpPr/>
        <p:nvPr/>
      </p:nvGrpSpPr>
      <p:grpSpPr>
        <a:xfrm>
          <a:off x="0" y="0"/>
          <a:ext cx="0" cy="0"/>
          <a:chOff x="0" y="0"/>
          <a:chExt cx="0" cy="0"/>
        </a:xfrm>
      </p:grpSpPr>
      <p:sp>
        <p:nvSpPr>
          <p:cNvPr id="17" name="Google Shape;17;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8"/>
        <p:cNvGrpSpPr/>
        <p:nvPr/>
      </p:nvGrpSpPr>
      <p:grpSpPr>
        <a:xfrm>
          <a:off x="0" y="0"/>
          <a:ext cx="0" cy="0"/>
          <a:chOff x="0" y="0"/>
          <a:chExt cx="0" cy="0"/>
        </a:xfrm>
      </p:grpSpPr>
      <p:sp>
        <p:nvSpPr>
          <p:cNvPr id="19" name="Google Shape;19;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20"/>
        <p:cNvGrpSpPr/>
        <p:nvPr/>
      </p:nvGrpSpPr>
      <p:grpSpPr>
        <a:xfrm>
          <a:off x="0" y="0"/>
          <a:ext cx="0" cy="0"/>
          <a:chOff x="0" y="0"/>
          <a:chExt cx="0" cy="0"/>
        </a:xfrm>
      </p:grpSpPr>
      <p:sp>
        <p:nvSpPr>
          <p:cNvPr id="21" name="Google Shape;21;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22"/>
        <p:cNvGrpSpPr/>
        <p:nvPr/>
      </p:nvGrpSpPr>
      <p:grpSpPr>
        <a:xfrm>
          <a:off x="0" y="0"/>
          <a:ext cx="0" cy="0"/>
          <a:chOff x="0" y="0"/>
          <a:chExt cx="0" cy="0"/>
        </a:xfrm>
      </p:grpSpPr>
      <p:sp>
        <p:nvSpPr>
          <p:cNvPr id="23" name="Google Shape;2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24"/>
        <p:cNvGrpSpPr/>
        <p:nvPr/>
      </p:nvGrpSpPr>
      <p:grpSpPr>
        <a:xfrm>
          <a:off x="0" y="0"/>
          <a:ext cx="0" cy="0"/>
          <a:chOff x="0" y="0"/>
          <a:chExt cx="0" cy="0"/>
        </a:xfrm>
      </p:grpSpPr>
      <p:sp>
        <p:nvSpPr>
          <p:cNvPr id="25" name="Google Shape;25;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6"/>
        <p:cNvGrpSpPr/>
        <p:nvPr/>
      </p:nvGrpSpPr>
      <p:grpSpPr>
        <a:xfrm>
          <a:off x="0" y="0"/>
          <a:ext cx="0" cy="0"/>
          <a:chOff x="0" y="0"/>
          <a:chExt cx="0" cy="0"/>
        </a:xfrm>
      </p:grpSpPr>
      <p:sp>
        <p:nvSpPr>
          <p:cNvPr id="27" name="Google Shape;27;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28"/>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‹Nº›</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1.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1.xml"/><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1.xml"/><Relationship Id="rId4" Type="http://schemas.openxmlformats.org/officeDocument/2006/relationships/image" Target="../media/image8.jp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1.xml"/><Relationship Id="rId5" Type="http://schemas.openxmlformats.org/officeDocument/2006/relationships/image" Target="../media/image10.pn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3" Type="http://schemas.openxmlformats.org/officeDocument/2006/relationships/hyperlink" Target="https://drive.google.com/drive/u/2/folders/1fkoU4Kz4IjTlNmeH221Q-cr4e4Z611sf" TargetMode="External"/><Relationship Id="rId2" Type="http://schemas.openxmlformats.org/officeDocument/2006/relationships/notesSlide" Target="../notesSlides/notesSlide24.xml"/><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26" Type="http://schemas.openxmlformats.org/officeDocument/2006/relationships/image" Target="../media/image34.png"/><Relationship Id="rId21" Type="http://schemas.openxmlformats.org/officeDocument/2006/relationships/image" Target="../media/image29.png"/><Relationship Id="rId34" Type="http://schemas.openxmlformats.org/officeDocument/2006/relationships/image" Target="../media/image42.png"/><Relationship Id="rId42" Type="http://schemas.openxmlformats.org/officeDocument/2006/relationships/image" Target="../media/image50.png"/><Relationship Id="rId47" Type="http://schemas.openxmlformats.org/officeDocument/2006/relationships/image" Target="../media/image55.png"/><Relationship Id="rId50" Type="http://schemas.openxmlformats.org/officeDocument/2006/relationships/image" Target="../media/image58.png"/><Relationship Id="rId55" Type="http://schemas.openxmlformats.org/officeDocument/2006/relationships/image" Target="../media/image63.png"/><Relationship Id="rId63" Type="http://schemas.openxmlformats.org/officeDocument/2006/relationships/image" Target="../media/image70.png"/><Relationship Id="rId68" Type="http://schemas.openxmlformats.org/officeDocument/2006/relationships/image" Target="../media/image75.png"/><Relationship Id="rId7" Type="http://schemas.openxmlformats.org/officeDocument/2006/relationships/image" Target="../media/image15.png"/><Relationship Id="rId2" Type="http://schemas.openxmlformats.org/officeDocument/2006/relationships/notesSlide" Target="../notesSlides/notesSlide25.xml"/><Relationship Id="rId16" Type="http://schemas.openxmlformats.org/officeDocument/2006/relationships/image" Target="../media/image24.png"/><Relationship Id="rId29" Type="http://schemas.openxmlformats.org/officeDocument/2006/relationships/image" Target="../media/image37.png"/><Relationship Id="rId11" Type="http://schemas.openxmlformats.org/officeDocument/2006/relationships/image" Target="../media/image19.png"/><Relationship Id="rId24" Type="http://schemas.openxmlformats.org/officeDocument/2006/relationships/image" Target="../media/image32.png"/><Relationship Id="rId32" Type="http://schemas.openxmlformats.org/officeDocument/2006/relationships/image" Target="../media/image40.png"/><Relationship Id="rId37" Type="http://schemas.openxmlformats.org/officeDocument/2006/relationships/image" Target="../media/image45.png"/><Relationship Id="rId40" Type="http://schemas.openxmlformats.org/officeDocument/2006/relationships/image" Target="../media/image48.png"/><Relationship Id="rId45" Type="http://schemas.openxmlformats.org/officeDocument/2006/relationships/image" Target="../media/image53.png"/><Relationship Id="rId53" Type="http://schemas.openxmlformats.org/officeDocument/2006/relationships/image" Target="../media/image61.png"/><Relationship Id="rId58" Type="http://schemas.openxmlformats.org/officeDocument/2006/relationships/image" Target="../media/image7.png"/><Relationship Id="rId66" Type="http://schemas.openxmlformats.org/officeDocument/2006/relationships/image" Target="../media/image73.png"/><Relationship Id="rId5" Type="http://schemas.openxmlformats.org/officeDocument/2006/relationships/image" Target="../media/image13.png"/><Relationship Id="rId61" Type="http://schemas.openxmlformats.org/officeDocument/2006/relationships/image" Target="../media/image68.png"/><Relationship Id="rId19" Type="http://schemas.openxmlformats.org/officeDocument/2006/relationships/image" Target="../media/image27.png"/><Relationship Id="rId14" Type="http://schemas.openxmlformats.org/officeDocument/2006/relationships/image" Target="../media/image22.png"/><Relationship Id="rId22" Type="http://schemas.openxmlformats.org/officeDocument/2006/relationships/image" Target="../media/image30.png"/><Relationship Id="rId27" Type="http://schemas.openxmlformats.org/officeDocument/2006/relationships/image" Target="../media/image35.png"/><Relationship Id="rId30" Type="http://schemas.openxmlformats.org/officeDocument/2006/relationships/image" Target="../media/image38.png"/><Relationship Id="rId35" Type="http://schemas.openxmlformats.org/officeDocument/2006/relationships/image" Target="../media/image43.png"/><Relationship Id="rId43" Type="http://schemas.openxmlformats.org/officeDocument/2006/relationships/image" Target="../media/image51.png"/><Relationship Id="rId48" Type="http://schemas.openxmlformats.org/officeDocument/2006/relationships/image" Target="../media/image56.png"/><Relationship Id="rId56" Type="http://schemas.openxmlformats.org/officeDocument/2006/relationships/image" Target="../media/image64.png"/><Relationship Id="rId64" Type="http://schemas.openxmlformats.org/officeDocument/2006/relationships/image" Target="../media/image71.png"/><Relationship Id="rId8" Type="http://schemas.openxmlformats.org/officeDocument/2006/relationships/image" Target="../media/image16.png"/><Relationship Id="rId51" Type="http://schemas.openxmlformats.org/officeDocument/2006/relationships/image" Target="../media/image59.png"/><Relationship Id="rId3" Type="http://schemas.openxmlformats.org/officeDocument/2006/relationships/image" Target="../media/image11.png"/><Relationship Id="rId12" Type="http://schemas.openxmlformats.org/officeDocument/2006/relationships/image" Target="../media/image20.png"/><Relationship Id="rId17" Type="http://schemas.openxmlformats.org/officeDocument/2006/relationships/image" Target="../media/image25.png"/><Relationship Id="rId25" Type="http://schemas.openxmlformats.org/officeDocument/2006/relationships/image" Target="../media/image33.png"/><Relationship Id="rId33" Type="http://schemas.openxmlformats.org/officeDocument/2006/relationships/image" Target="../media/image41.png"/><Relationship Id="rId38" Type="http://schemas.openxmlformats.org/officeDocument/2006/relationships/image" Target="../media/image46.png"/><Relationship Id="rId46" Type="http://schemas.openxmlformats.org/officeDocument/2006/relationships/image" Target="../media/image54.png"/><Relationship Id="rId59" Type="http://schemas.openxmlformats.org/officeDocument/2006/relationships/image" Target="../media/image66.png"/><Relationship Id="rId67" Type="http://schemas.openxmlformats.org/officeDocument/2006/relationships/image" Target="../media/image74.png"/><Relationship Id="rId20" Type="http://schemas.openxmlformats.org/officeDocument/2006/relationships/image" Target="../media/image28.png"/><Relationship Id="rId41" Type="http://schemas.openxmlformats.org/officeDocument/2006/relationships/image" Target="../media/image49.png"/><Relationship Id="rId54" Type="http://schemas.openxmlformats.org/officeDocument/2006/relationships/image" Target="../media/image62.png"/><Relationship Id="rId62" Type="http://schemas.openxmlformats.org/officeDocument/2006/relationships/image" Target="../media/image69.png"/><Relationship Id="rId1" Type="http://schemas.openxmlformats.org/officeDocument/2006/relationships/slideLayout" Target="../slideLayouts/slideLayout11.xml"/><Relationship Id="rId6" Type="http://schemas.openxmlformats.org/officeDocument/2006/relationships/image" Target="../media/image14.png"/><Relationship Id="rId15" Type="http://schemas.openxmlformats.org/officeDocument/2006/relationships/image" Target="../media/image23.png"/><Relationship Id="rId23" Type="http://schemas.openxmlformats.org/officeDocument/2006/relationships/image" Target="../media/image31.png"/><Relationship Id="rId28" Type="http://schemas.openxmlformats.org/officeDocument/2006/relationships/image" Target="../media/image36.png"/><Relationship Id="rId36" Type="http://schemas.openxmlformats.org/officeDocument/2006/relationships/image" Target="../media/image44.png"/><Relationship Id="rId49" Type="http://schemas.openxmlformats.org/officeDocument/2006/relationships/image" Target="../media/image57.png"/><Relationship Id="rId57" Type="http://schemas.openxmlformats.org/officeDocument/2006/relationships/image" Target="../media/image65.png"/><Relationship Id="rId10" Type="http://schemas.openxmlformats.org/officeDocument/2006/relationships/image" Target="../media/image18.png"/><Relationship Id="rId31" Type="http://schemas.openxmlformats.org/officeDocument/2006/relationships/image" Target="../media/image39.png"/><Relationship Id="rId44" Type="http://schemas.openxmlformats.org/officeDocument/2006/relationships/image" Target="../media/image52.png"/><Relationship Id="rId52" Type="http://schemas.openxmlformats.org/officeDocument/2006/relationships/image" Target="../media/image60.png"/><Relationship Id="rId60" Type="http://schemas.openxmlformats.org/officeDocument/2006/relationships/image" Target="../media/image67.png"/><Relationship Id="rId65" Type="http://schemas.openxmlformats.org/officeDocument/2006/relationships/image" Target="../media/image72.png"/><Relationship Id="rId4" Type="http://schemas.openxmlformats.org/officeDocument/2006/relationships/image" Target="../media/image12.png"/><Relationship Id="rId9" Type="http://schemas.openxmlformats.org/officeDocument/2006/relationships/image" Target="../media/image17.png"/><Relationship Id="rId13" Type="http://schemas.openxmlformats.org/officeDocument/2006/relationships/image" Target="../media/image21.png"/><Relationship Id="rId18" Type="http://schemas.openxmlformats.org/officeDocument/2006/relationships/image" Target="../media/image26.png"/><Relationship Id="rId39" Type="http://schemas.openxmlformats.org/officeDocument/2006/relationships/image" Target="../media/image47.png"/></Relationships>
</file>

<file path=ppt/slides/_rels/slide26.xml.rels><?xml version="1.0" encoding="UTF-8" standalone="yes"?>
<Relationships xmlns="http://schemas.openxmlformats.org/package/2006/relationships"><Relationship Id="rId13" Type="http://schemas.openxmlformats.org/officeDocument/2006/relationships/image" Target="../media/image86.png"/><Relationship Id="rId18" Type="http://schemas.openxmlformats.org/officeDocument/2006/relationships/image" Target="../media/image91.png"/><Relationship Id="rId26" Type="http://schemas.openxmlformats.org/officeDocument/2006/relationships/image" Target="../media/image99.png"/><Relationship Id="rId39" Type="http://schemas.openxmlformats.org/officeDocument/2006/relationships/image" Target="../media/image112.png"/><Relationship Id="rId21" Type="http://schemas.openxmlformats.org/officeDocument/2006/relationships/image" Target="../media/image94.png"/><Relationship Id="rId34" Type="http://schemas.openxmlformats.org/officeDocument/2006/relationships/image" Target="../media/image107.png"/><Relationship Id="rId42" Type="http://schemas.openxmlformats.org/officeDocument/2006/relationships/image" Target="../media/image115.png"/><Relationship Id="rId47" Type="http://schemas.openxmlformats.org/officeDocument/2006/relationships/image" Target="../media/image120.png"/><Relationship Id="rId50" Type="http://schemas.openxmlformats.org/officeDocument/2006/relationships/image" Target="../media/image123.png"/><Relationship Id="rId55" Type="http://schemas.openxmlformats.org/officeDocument/2006/relationships/image" Target="../media/image128.png"/><Relationship Id="rId63" Type="http://schemas.openxmlformats.org/officeDocument/2006/relationships/image" Target="../media/image136.png"/><Relationship Id="rId7" Type="http://schemas.openxmlformats.org/officeDocument/2006/relationships/image" Target="../media/image80.png"/><Relationship Id="rId2" Type="http://schemas.openxmlformats.org/officeDocument/2006/relationships/notesSlide" Target="../notesSlides/notesSlide26.xml"/><Relationship Id="rId16" Type="http://schemas.openxmlformats.org/officeDocument/2006/relationships/image" Target="../media/image89.png"/><Relationship Id="rId29" Type="http://schemas.openxmlformats.org/officeDocument/2006/relationships/image" Target="../media/image102.png"/><Relationship Id="rId11" Type="http://schemas.openxmlformats.org/officeDocument/2006/relationships/image" Target="../media/image84.png"/><Relationship Id="rId24" Type="http://schemas.openxmlformats.org/officeDocument/2006/relationships/image" Target="../media/image97.png"/><Relationship Id="rId32" Type="http://schemas.openxmlformats.org/officeDocument/2006/relationships/image" Target="../media/image105.png"/><Relationship Id="rId37" Type="http://schemas.openxmlformats.org/officeDocument/2006/relationships/image" Target="../media/image110.png"/><Relationship Id="rId40" Type="http://schemas.openxmlformats.org/officeDocument/2006/relationships/image" Target="../media/image113.png"/><Relationship Id="rId45" Type="http://schemas.openxmlformats.org/officeDocument/2006/relationships/image" Target="../media/image118.png"/><Relationship Id="rId53" Type="http://schemas.openxmlformats.org/officeDocument/2006/relationships/image" Target="../media/image126.png"/><Relationship Id="rId58" Type="http://schemas.openxmlformats.org/officeDocument/2006/relationships/image" Target="../media/image131.png"/><Relationship Id="rId5" Type="http://schemas.openxmlformats.org/officeDocument/2006/relationships/image" Target="../media/image78.png"/><Relationship Id="rId61" Type="http://schemas.openxmlformats.org/officeDocument/2006/relationships/image" Target="../media/image134.png"/><Relationship Id="rId19" Type="http://schemas.openxmlformats.org/officeDocument/2006/relationships/image" Target="../media/image92.png"/><Relationship Id="rId14" Type="http://schemas.openxmlformats.org/officeDocument/2006/relationships/image" Target="../media/image87.png"/><Relationship Id="rId22" Type="http://schemas.openxmlformats.org/officeDocument/2006/relationships/image" Target="../media/image95.png"/><Relationship Id="rId27" Type="http://schemas.openxmlformats.org/officeDocument/2006/relationships/image" Target="../media/image100.png"/><Relationship Id="rId30" Type="http://schemas.openxmlformats.org/officeDocument/2006/relationships/image" Target="../media/image103.png"/><Relationship Id="rId35" Type="http://schemas.openxmlformats.org/officeDocument/2006/relationships/image" Target="../media/image108.png"/><Relationship Id="rId43" Type="http://schemas.openxmlformats.org/officeDocument/2006/relationships/image" Target="../media/image116.png"/><Relationship Id="rId48" Type="http://schemas.openxmlformats.org/officeDocument/2006/relationships/image" Target="../media/image121.png"/><Relationship Id="rId56" Type="http://schemas.openxmlformats.org/officeDocument/2006/relationships/image" Target="../media/image129.png"/><Relationship Id="rId8" Type="http://schemas.openxmlformats.org/officeDocument/2006/relationships/image" Target="../media/image81.png"/><Relationship Id="rId51" Type="http://schemas.openxmlformats.org/officeDocument/2006/relationships/image" Target="../media/image124.png"/><Relationship Id="rId3" Type="http://schemas.openxmlformats.org/officeDocument/2006/relationships/image" Target="../media/image76.png"/><Relationship Id="rId12" Type="http://schemas.openxmlformats.org/officeDocument/2006/relationships/image" Target="../media/image85.png"/><Relationship Id="rId17" Type="http://schemas.openxmlformats.org/officeDocument/2006/relationships/image" Target="../media/image90.png"/><Relationship Id="rId25" Type="http://schemas.openxmlformats.org/officeDocument/2006/relationships/image" Target="../media/image98.png"/><Relationship Id="rId33" Type="http://schemas.openxmlformats.org/officeDocument/2006/relationships/image" Target="../media/image106.png"/><Relationship Id="rId38" Type="http://schemas.openxmlformats.org/officeDocument/2006/relationships/image" Target="../media/image111.png"/><Relationship Id="rId46" Type="http://schemas.openxmlformats.org/officeDocument/2006/relationships/image" Target="../media/image119.png"/><Relationship Id="rId59" Type="http://schemas.openxmlformats.org/officeDocument/2006/relationships/image" Target="../media/image132.png"/><Relationship Id="rId20" Type="http://schemas.openxmlformats.org/officeDocument/2006/relationships/image" Target="../media/image93.png"/><Relationship Id="rId41" Type="http://schemas.openxmlformats.org/officeDocument/2006/relationships/image" Target="../media/image114.png"/><Relationship Id="rId54" Type="http://schemas.openxmlformats.org/officeDocument/2006/relationships/image" Target="../media/image127.png"/><Relationship Id="rId62" Type="http://schemas.openxmlformats.org/officeDocument/2006/relationships/image" Target="../media/image135.png"/><Relationship Id="rId1" Type="http://schemas.openxmlformats.org/officeDocument/2006/relationships/slideLayout" Target="../slideLayouts/slideLayout11.xml"/><Relationship Id="rId6" Type="http://schemas.openxmlformats.org/officeDocument/2006/relationships/image" Target="../media/image79.png"/><Relationship Id="rId15" Type="http://schemas.openxmlformats.org/officeDocument/2006/relationships/image" Target="../media/image88.png"/><Relationship Id="rId23" Type="http://schemas.openxmlformats.org/officeDocument/2006/relationships/image" Target="../media/image96.png"/><Relationship Id="rId28" Type="http://schemas.openxmlformats.org/officeDocument/2006/relationships/image" Target="../media/image101.png"/><Relationship Id="rId36" Type="http://schemas.openxmlformats.org/officeDocument/2006/relationships/image" Target="../media/image109.png"/><Relationship Id="rId49" Type="http://schemas.openxmlformats.org/officeDocument/2006/relationships/image" Target="../media/image122.png"/><Relationship Id="rId57" Type="http://schemas.openxmlformats.org/officeDocument/2006/relationships/image" Target="../media/image130.png"/><Relationship Id="rId10" Type="http://schemas.openxmlformats.org/officeDocument/2006/relationships/image" Target="../media/image83.png"/><Relationship Id="rId31" Type="http://schemas.openxmlformats.org/officeDocument/2006/relationships/image" Target="../media/image104.png"/><Relationship Id="rId44" Type="http://schemas.openxmlformats.org/officeDocument/2006/relationships/image" Target="../media/image117.png"/><Relationship Id="rId52" Type="http://schemas.openxmlformats.org/officeDocument/2006/relationships/image" Target="../media/image125.png"/><Relationship Id="rId60" Type="http://schemas.openxmlformats.org/officeDocument/2006/relationships/image" Target="../media/image133.png"/><Relationship Id="rId4" Type="http://schemas.openxmlformats.org/officeDocument/2006/relationships/image" Target="../media/image77.png"/><Relationship Id="rId9" Type="http://schemas.openxmlformats.org/officeDocument/2006/relationships/image" Target="../media/image82.png"/></Relationships>
</file>

<file path=ppt/slides/_rels/slide2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7.xml"/><Relationship Id="rId1" Type="http://schemas.openxmlformats.org/officeDocument/2006/relationships/slideLayout" Target="../slideLayouts/slideLayout11.xml"/><Relationship Id="rId4" Type="http://schemas.openxmlformats.org/officeDocument/2006/relationships/image" Target="../media/image7.png"/></Relationships>
</file>

<file path=ppt/slides/_rels/slide28.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notesSlide" Target="../notesSlides/notesSlide28.xml"/><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3" Type="http://schemas.openxmlformats.org/officeDocument/2006/relationships/image" Target="../media/image137.png"/><Relationship Id="rId7" Type="http://schemas.openxmlformats.org/officeDocument/2006/relationships/image" Target="../media/image141.png"/><Relationship Id="rId2" Type="http://schemas.openxmlformats.org/officeDocument/2006/relationships/notesSlide" Target="../notesSlides/notesSlide29.xml"/><Relationship Id="rId1" Type="http://schemas.openxmlformats.org/officeDocument/2006/relationships/slideLayout" Target="../slideLayouts/slideLayout11.xml"/><Relationship Id="rId6" Type="http://schemas.openxmlformats.org/officeDocument/2006/relationships/image" Target="../media/image140.png"/><Relationship Id="rId5" Type="http://schemas.openxmlformats.org/officeDocument/2006/relationships/image" Target="../media/image139.png"/><Relationship Id="rId4" Type="http://schemas.openxmlformats.org/officeDocument/2006/relationships/image" Target="../media/image138.png"/></Relationships>
</file>

<file path=ppt/slides/_rels/slide30.xml.rels><?xml version="1.0" encoding="UTF-8" standalone="yes"?>
<Relationships xmlns="http://schemas.openxmlformats.org/package/2006/relationships"><Relationship Id="rId3" Type="http://schemas.openxmlformats.org/officeDocument/2006/relationships/image" Target="../media/image142.png"/><Relationship Id="rId2" Type="http://schemas.openxmlformats.org/officeDocument/2006/relationships/notesSlide" Target="../notesSlides/notesSlide30.xml"/><Relationship Id="rId1" Type="http://schemas.openxmlformats.org/officeDocument/2006/relationships/slideLayout" Target="../slideLayouts/slideLayout11.xml"/><Relationship Id="rId6" Type="http://schemas.openxmlformats.org/officeDocument/2006/relationships/image" Target="../media/image145.png"/><Relationship Id="rId5" Type="http://schemas.openxmlformats.org/officeDocument/2006/relationships/image" Target="../media/image144.png"/><Relationship Id="rId4" Type="http://schemas.openxmlformats.org/officeDocument/2006/relationships/image" Target="../media/image143.png"/></Relationships>
</file>

<file path=ppt/slides/_rels/slide31.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31.xml"/><Relationship Id="rId1" Type="http://schemas.openxmlformats.org/officeDocument/2006/relationships/slideLayout" Target="../slideLayouts/slideLayout11.xml"/><Relationship Id="rId6" Type="http://schemas.openxmlformats.org/officeDocument/2006/relationships/image" Target="../media/image149.png"/><Relationship Id="rId5" Type="http://schemas.openxmlformats.org/officeDocument/2006/relationships/image" Target="../media/image148.png"/><Relationship Id="rId4" Type="http://schemas.openxmlformats.org/officeDocument/2006/relationships/image" Target="../media/image147.png"/></Relationships>
</file>

<file path=ppt/slides/_rels/slide32.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notesSlide" Target="../notesSlides/notesSlide32.xml"/><Relationship Id="rId1" Type="http://schemas.openxmlformats.org/officeDocument/2006/relationships/slideLayout" Target="../slideLayouts/slideLayout11.xml"/><Relationship Id="rId4" Type="http://schemas.openxmlformats.org/officeDocument/2006/relationships/image" Target="../media/image151.png"/></Relationships>
</file>

<file path=ppt/slides/_rels/slide33.xml.rels><?xml version="1.0" encoding="UTF-8" standalone="yes"?>
<Relationships xmlns="http://schemas.openxmlformats.org/package/2006/relationships"><Relationship Id="rId3" Type="http://schemas.openxmlformats.org/officeDocument/2006/relationships/image" Target="../media/image152.png"/><Relationship Id="rId2" Type="http://schemas.openxmlformats.org/officeDocument/2006/relationships/notesSlide" Target="../notesSlides/notesSlide33.xml"/><Relationship Id="rId1" Type="http://schemas.openxmlformats.org/officeDocument/2006/relationships/slideLayout" Target="../slideLayouts/slideLayout11.xml"/><Relationship Id="rId5" Type="http://schemas.openxmlformats.org/officeDocument/2006/relationships/image" Target="../media/image154.png"/><Relationship Id="rId4" Type="http://schemas.openxmlformats.org/officeDocument/2006/relationships/image" Target="../media/image153.png"/></Relationships>
</file>

<file path=ppt/slides/_rels/slide34.xml.rels><?xml version="1.0" encoding="UTF-8" standalone="yes"?>
<Relationships xmlns="http://schemas.openxmlformats.org/package/2006/relationships"><Relationship Id="rId3" Type="http://schemas.openxmlformats.org/officeDocument/2006/relationships/image" Target="../media/image155.png"/><Relationship Id="rId2" Type="http://schemas.openxmlformats.org/officeDocument/2006/relationships/notesSlide" Target="../notesSlides/notesSlide34.xml"/><Relationship Id="rId1" Type="http://schemas.openxmlformats.org/officeDocument/2006/relationships/slideLayout" Target="../slideLayouts/slideLayout11.xml"/><Relationship Id="rId5" Type="http://schemas.openxmlformats.org/officeDocument/2006/relationships/image" Target="../media/image157.png"/><Relationship Id="rId4" Type="http://schemas.openxmlformats.org/officeDocument/2006/relationships/image" Target="../media/image156.png"/></Relationships>
</file>

<file path=ppt/slides/_rels/slide35.xml.rels><?xml version="1.0" encoding="UTF-8" standalone="yes"?>
<Relationships xmlns="http://schemas.openxmlformats.org/package/2006/relationships"><Relationship Id="rId3" Type="http://schemas.openxmlformats.org/officeDocument/2006/relationships/image" Target="../media/image158.png"/><Relationship Id="rId2" Type="http://schemas.openxmlformats.org/officeDocument/2006/relationships/notesSlide" Target="../notesSlides/notesSlide35.xml"/><Relationship Id="rId1" Type="http://schemas.openxmlformats.org/officeDocument/2006/relationships/slideLayout" Target="../slideLayouts/slideLayout11.xml"/><Relationship Id="rId4" Type="http://schemas.openxmlformats.org/officeDocument/2006/relationships/image" Target="../media/image159.png"/></Relationships>
</file>

<file path=ppt/slides/_rels/slide36.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36.xml"/><Relationship Id="rId1" Type="http://schemas.openxmlformats.org/officeDocument/2006/relationships/slideLayout" Target="../slideLayouts/slideLayout11.xml"/><Relationship Id="rId4" Type="http://schemas.openxmlformats.org/officeDocument/2006/relationships/image" Target="../media/image161.png"/></Relationships>
</file>

<file path=ppt/slides/_rels/slide37.xml.rels><?xml version="1.0" encoding="UTF-8" standalone="yes"?>
<Relationships xmlns="http://schemas.openxmlformats.org/package/2006/relationships"><Relationship Id="rId3" Type="http://schemas.openxmlformats.org/officeDocument/2006/relationships/image" Target="../media/image162.png"/><Relationship Id="rId2" Type="http://schemas.openxmlformats.org/officeDocument/2006/relationships/notesSlide" Target="../notesSlides/notesSlide37.xml"/><Relationship Id="rId1" Type="http://schemas.openxmlformats.org/officeDocument/2006/relationships/slideLayout" Target="../slideLayouts/slideLayout11.xml"/></Relationships>
</file>

<file path=ppt/slides/_rels/slide38.xml.rels><?xml version="1.0" encoding="UTF-8" standalone="yes"?>
<Relationships xmlns="http://schemas.openxmlformats.org/package/2006/relationships"><Relationship Id="rId3" Type="http://schemas.openxmlformats.org/officeDocument/2006/relationships/image" Target="../media/image163.png"/><Relationship Id="rId2" Type="http://schemas.openxmlformats.org/officeDocument/2006/relationships/notesSlide" Target="../notesSlides/notesSlide38.xml"/><Relationship Id="rId1" Type="http://schemas.openxmlformats.org/officeDocument/2006/relationships/slideLayout" Target="../slideLayouts/slideLayout11.xml"/></Relationships>
</file>

<file path=ppt/slides/_rels/slide39.xml.rels><?xml version="1.0" encoding="UTF-8" standalone="yes"?>
<Relationships xmlns="http://schemas.openxmlformats.org/package/2006/relationships"><Relationship Id="rId3" Type="http://schemas.openxmlformats.org/officeDocument/2006/relationships/image" Target="../media/image164.png"/><Relationship Id="rId2" Type="http://schemas.openxmlformats.org/officeDocument/2006/relationships/notesSlide" Target="../notesSlides/notesSlide39.xml"/><Relationship Id="rId1" Type="http://schemas.openxmlformats.org/officeDocument/2006/relationships/slideLayout" Target="../slideLayouts/slideLayout11.xml"/></Relationships>
</file>

<file path=ppt/slides/_rels/slide40.xml.rels><?xml version="1.0" encoding="UTF-8" standalone="yes"?>
<Relationships xmlns="http://schemas.openxmlformats.org/package/2006/relationships"><Relationship Id="rId3" Type="http://schemas.openxmlformats.org/officeDocument/2006/relationships/image" Target="../media/image165.png"/><Relationship Id="rId2" Type="http://schemas.openxmlformats.org/officeDocument/2006/relationships/notesSlide" Target="../notesSlides/notesSlide40.xml"/><Relationship Id="rId1" Type="http://schemas.openxmlformats.org/officeDocument/2006/relationships/slideLayout" Target="../slideLayouts/slideLayout11.xml"/><Relationship Id="rId5" Type="http://schemas.openxmlformats.org/officeDocument/2006/relationships/image" Target="../media/image167.png"/><Relationship Id="rId4" Type="http://schemas.openxmlformats.org/officeDocument/2006/relationships/image" Target="../media/image166.png"/></Relationships>
</file>

<file path=ppt/slides/_rels/slide41.xml.rels><?xml version="1.0" encoding="UTF-8" standalone="yes"?>
<Relationships xmlns="http://schemas.openxmlformats.org/package/2006/relationships"><Relationship Id="rId3" Type="http://schemas.openxmlformats.org/officeDocument/2006/relationships/image" Target="../media/image168.png"/><Relationship Id="rId2" Type="http://schemas.openxmlformats.org/officeDocument/2006/relationships/notesSlide" Target="../notesSlides/notesSlide41.xml"/><Relationship Id="rId1" Type="http://schemas.openxmlformats.org/officeDocument/2006/relationships/slideLayout" Target="../slideLayouts/slideLayout11.xml"/><Relationship Id="rId4" Type="http://schemas.openxmlformats.org/officeDocument/2006/relationships/image" Target="../media/image169.png"/></Relationships>
</file>

<file path=ppt/slides/_rels/slide42.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42.xml"/><Relationship Id="rId1" Type="http://schemas.openxmlformats.org/officeDocument/2006/relationships/slideLayout" Target="../slideLayouts/slideLayout11.xml"/><Relationship Id="rId4" Type="http://schemas.openxmlformats.org/officeDocument/2006/relationships/image" Target="../media/image171.png"/></Relationships>
</file>

<file path=ppt/slides/_rels/slide43.xml.rels><?xml version="1.0" encoding="UTF-8" standalone="yes"?>
<Relationships xmlns="http://schemas.openxmlformats.org/package/2006/relationships"><Relationship Id="rId3" Type="http://schemas.openxmlformats.org/officeDocument/2006/relationships/image" Target="../media/image172.png"/><Relationship Id="rId2" Type="http://schemas.openxmlformats.org/officeDocument/2006/relationships/notesSlide" Target="../notesSlides/notesSlide43.xml"/><Relationship Id="rId1" Type="http://schemas.openxmlformats.org/officeDocument/2006/relationships/slideLayout" Target="../slideLayouts/slideLayout11.xml"/><Relationship Id="rId5" Type="http://schemas.openxmlformats.org/officeDocument/2006/relationships/image" Target="../media/image174.png"/><Relationship Id="rId4" Type="http://schemas.openxmlformats.org/officeDocument/2006/relationships/image" Target="../media/image173.png"/></Relationships>
</file>

<file path=ppt/slides/_rels/slide44.xml.rels><?xml version="1.0" encoding="UTF-8" standalone="yes"?>
<Relationships xmlns="http://schemas.openxmlformats.org/package/2006/relationships"><Relationship Id="rId3" Type="http://schemas.openxmlformats.org/officeDocument/2006/relationships/image" Target="../media/image175.png"/><Relationship Id="rId2" Type="http://schemas.openxmlformats.org/officeDocument/2006/relationships/notesSlide" Target="../notesSlides/notesSlide44.xml"/><Relationship Id="rId1" Type="http://schemas.openxmlformats.org/officeDocument/2006/relationships/slideLayout" Target="../slideLayouts/slideLayout11.xml"/><Relationship Id="rId6" Type="http://schemas.openxmlformats.org/officeDocument/2006/relationships/image" Target="../media/image178.png"/><Relationship Id="rId5" Type="http://schemas.openxmlformats.org/officeDocument/2006/relationships/image" Target="../media/image177.png"/><Relationship Id="rId4" Type="http://schemas.openxmlformats.org/officeDocument/2006/relationships/image" Target="../media/image17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8F60"/>
        </a:solidFill>
        <a:effectLst/>
      </p:bgPr>
    </p:bg>
    <p:spTree>
      <p:nvGrpSpPr>
        <p:cNvPr id="1" name="Shape 32"/>
        <p:cNvGrpSpPr/>
        <p:nvPr/>
      </p:nvGrpSpPr>
      <p:grpSpPr>
        <a:xfrm>
          <a:off x="0" y="0"/>
          <a:ext cx="0" cy="0"/>
          <a:chOff x="0" y="0"/>
          <a:chExt cx="0" cy="0"/>
        </a:xfrm>
      </p:grpSpPr>
      <p:sp>
        <p:nvSpPr>
          <p:cNvPr id="33" name="Google Shape;33;p14"/>
          <p:cNvSpPr txBox="1">
            <a:spLocks noGrp="1"/>
          </p:cNvSpPr>
          <p:nvPr>
            <p:ph type="ctrTitle"/>
          </p:nvPr>
        </p:nvSpPr>
        <p:spPr>
          <a:xfrm>
            <a:off x="64008" y="638300"/>
            <a:ext cx="8520600" cy="1359331"/>
          </a:xfrm>
          <a:prstGeom prst="rect">
            <a:avLst/>
          </a:prstGeom>
          <a:noFill/>
          <a:ln>
            <a:noFill/>
          </a:ln>
        </p:spPr>
        <p:txBody>
          <a:bodyPr spcFirstLastPara="1" wrap="square" lIns="91425" tIns="0" rIns="91425" bIns="91425" anchor="t" anchorCtr="0">
            <a:spAutoFit/>
          </a:bodyPr>
          <a:lstStyle/>
          <a:p>
            <a:pPr marL="0" lvl="0" indent="0" algn="l" rtl="0">
              <a:lnSpc>
                <a:spcPct val="90000"/>
              </a:lnSpc>
              <a:spcBef>
                <a:spcPts val="0"/>
              </a:spcBef>
              <a:spcAft>
                <a:spcPts val="0"/>
              </a:spcAft>
              <a:buNone/>
            </a:pPr>
            <a:r>
              <a:rPr lang="en" sz="6000" dirty="0">
                <a:solidFill>
                  <a:srgbClr val="1A1A1A"/>
                </a:solidFill>
                <a:latin typeface="Inter ExtraBold"/>
                <a:ea typeface="Inter ExtraBold"/>
                <a:cs typeface="Inter ExtraBold"/>
                <a:sym typeface="Inter ExtraBold"/>
              </a:rPr>
              <a:t>Webinar 21 - Sprint 9</a:t>
            </a:r>
            <a:endParaRPr sz="6000" dirty="0">
              <a:solidFill>
                <a:srgbClr val="1A1A1A"/>
              </a:solidFill>
              <a:latin typeface="Inter ExtraBold"/>
              <a:ea typeface="Inter ExtraBold"/>
              <a:cs typeface="Inter ExtraBold"/>
              <a:sym typeface="Inter ExtraBold"/>
            </a:endParaRPr>
          </a:p>
          <a:p>
            <a:pPr marL="0" lvl="0" indent="0" algn="l" rtl="0">
              <a:spcBef>
                <a:spcPts val="1000"/>
              </a:spcBef>
              <a:spcAft>
                <a:spcPts val="0"/>
              </a:spcAft>
              <a:buClr>
                <a:schemeClr val="dk1"/>
              </a:buClr>
              <a:buSzPts val="1100"/>
              <a:buFont typeface="Arial"/>
              <a:buNone/>
            </a:pPr>
            <a:r>
              <a:rPr lang="es-CO" sz="2000" dirty="0">
                <a:solidFill>
                  <a:srgbClr val="1A1A1A"/>
                </a:solidFill>
                <a:latin typeface="Inter"/>
                <a:ea typeface="Inter"/>
                <a:cs typeface="Inter ExtraBold"/>
                <a:sym typeface="Inter"/>
              </a:rPr>
              <a:t>Análisis de negocio</a:t>
            </a:r>
            <a:endParaRPr sz="6000" dirty="0">
              <a:solidFill>
                <a:srgbClr val="1A1A1A"/>
              </a:solidFill>
              <a:latin typeface="Inter ExtraBold"/>
              <a:ea typeface="Inter ExtraBold"/>
              <a:cs typeface="Inter ExtraBold"/>
              <a:sym typeface="Inter ExtraBold"/>
            </a:endParaRPr>
          </a:p>
        </p:txBody>
      </p:sp>
      <p:pic>
        <p:nvPicPr>
          <p:cNvPr id="34" name="Google Shape;34;p14"/>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35" name="Google Shape;35;p14"/>
          <p:cNvSpPr txBox="1">
            <a:spLocks noGrp="1"/>
          </p:cNvSpPr>
          <p:nvPr>
            <p:ph type="subTitle" idx="1"/>
          </p:nvPr>
        </p:nvSpPr>
        <p:spPr>
          <a:xfrm>
            <a:off x="152400" y="4600950"/>
            <a:ext cx="8686800" cy="369300"/>
          </a:xfrm>
          <a:prstGeom prst="rect">
            <a:avLst/>
          </a:prstGeom>
          <a:noFill/>
          <a:ln>
            <a:noFill/>
          </a:ln>
        </p:spPr>
        <p:txBody>
          <a:bodyPr spcFirstLastPara="1" wrap="square" lIns="91425" tIns="91425" rIns="91425" bIns="91425" anchor="ctr" anchorCtr="0">
            <a:spAutoFit/>
          </a:bodyPr>
          <a:lstStyle/>
          <a:p>
            <a:pPr marL="0" lvl="0" indent="0" algn="l" rtl="0">
              <a:spcBef>
                <a:spcPts val="0"/>
              </a:spcBef>
              <a:spcAft>
                <a:spcPts val="0"/>
              </a:spcAft>
              <a:buNone/>
            </a:pPr>
            <a:r>
              <a:rPr lang="en" sz="1200">
                <a:solidFill>
                  <a:srgbClr val="2A2A2A"/>
                </a:solidFill>
                <a:latin typeface="Inter Medium"/>
                <a:ea typeface="Inter Medium"/>
                <a:cs typeface="Inter Medium"/>
                <a:sym typeface="Inter Medium"/>
              </a:rPr>
              <a:t>April 24, 2024</a:t>
            </a:r>
            <a:endParaRPr sz="1200">
              <a:solidFill>
                <a:srgbClr val="2A2A2A"/>
              </a:solidFill>
              <a:latin typeface="Inter Medium"/>
              <a:ea typeface="Inter Medium"/>
              <a:cs typeface="Inter Medium"/>
              <a:sym typeface="Inter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47"/>
        <p:cNvGrpSpPr/>
        <p:nvPr/>
      </p:nvGrpSpPr>
      <p:grpSpPr>
        <a:xfrm>
          <a:off x="0" y="0"/>
          <a:ext cx="0" cy="0"/>
          <a:chOff x="0" y="0"/>
          <a:chExt cx="0" cy="0"/>
        </a:xfrm>
      </p:grpSpPr>
      <p:sp>
        <p:nvSpPr>
          <p:cNvPr id="48" name="Google Shape;48;p16"/>
          <p:cNvSpPr txBox="1">
            <a:spLocks noGrp="1"/>
          </p:cNvSpPr>
          <p:nvPr>
            <p:ph type="subTitle" idx="1"/>
          </p:nvPr>
        </p:nvSpPr>
        <p:spPr>
          <a:xfrm>
            <a:off x="152400" y="2017650"/>
            <a:ext cx="8520600" cy="2989800"/>
          </a:xfrm>
          <a:prstGeom prst="rect">
            <a:avLst/>
          </a:prstGeom>
          <a:noFill/>
          <a:ln>
            <a:noFill/>
          </a:ln>
        </p:spPr>
        <p:txBody>
          <a:bodyPr spcFirstLastPara="1" wrap="square" lIns="91425" tIns="91425" rIns="91425" bIns="91425" anchor="b" anchorCtr="0">
            <a:noAutofit/>
          </a:bodyPr>
          <a:lstStyle/>
          <a:p>
            <a:pPr marL="457200" lvl="0" indent="-381000" algn="l" rtl="0">
              <a:spcBef>
                <a:spcPts val="0"/>
              </a:spcBef>
              <a:spcAft>
                <a:spcPts val="0"/>
              </a:spcAft>
              <a:buClr>
                <a:srgbClr val="1A1A1A"/>
              </a:buClr>
              <a:buSzPts val="2400"/>
              <a:buFont typeface="Inter"/>
              <a:buAutoNum type="arabicPeriod"/>
            </a:pPr>
            <a:endParaRPr lang="es-CO"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endParaRPr lang="es-CO"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r>
              <a:rPr lang="es-CO" sz="2400" dirty="0" err="1">
                <a:solidFill>
                  <a:srgbClr val="1A1A1A"/>
                </a:solidFill>
                <a:latin typeface="Inter"/>
                <a:ea typeface="Inter"/>
                <a:cs typeface="Inter"/>
                <a:sym typeface="Inter"/>
              </a:rPr>
              <a:t>Recap</a:t>
            </a:r>
            <a:endParaRPr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r>
              <a:rPr lang="es-CO" sz="2400" dirty="0">
                <a:solidFill>
                  <a:srgbClr val="1A1A1A"/>
                </a:solidFill>
                <a:latin typeface="Inter"/>
                <a:ea typeface="Inter"/>
                <a:cs typeface="Inter"/>
                <a:sym typeface="Inter"/>
              </a:rPr>
              <a:t>Revisión teórica del proyecto</a:t>
            </a:r>
          </a:p>
          <a:p>
            <a:pPr marL="457200" lvl="0" indent="-381000" algn="l" rtl="0">
              <a:spcBef>
                <a:spcPts val="0"/>
              </a:spcBef>
              <a:spcAft>
                <a:spcPts val="0"/>
              </a:spcAft>
              <a:buClr>
                <a:srgbClr val="1A1A1A"/>
              </a:buClr>
              <a:buSzPts val="2400"/>
              <a:buFont typeface="Inter"/>
              <a:buAutoNum type="arabicPeriod"/>
            </a:pPr>
            <a:r>
              <a:rPr lang="es-CO" sz="2400" dirty="0">
                <a:solidFill>
                  <a:srgbClr val="1A1A1A"/>
                </a:solidFill>
                <a:latin typeface="Inter"/>
                <a:ea typeface="Inter"/>
                <a:cs typeface="Inter"/>
                <a:sym typeface="Inter"/>
              </a:rPr>
              <a:t>Revisión práctica del proyecto</a:t>
            </a:r>
            <a:endParaRPr lang="en"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r>
              <a:rPr lang="en" sz="2400" dirty="0">
                <a:solidFill>
                  <a:srgbClr val="1A1A1A"/>
                </a:solidFill>
                <a:latin typeface="Inter"/>
                <a:ea typeface="Inter"/>
                <a:cs typeface="Inter"/>
                <a:sym typeface="Inter"/>
              </a:rPr>
              <a:t>Cierre</a:t>
            </a:r>
            <a:endParaRPr sz="2400" dirty="0">
              <a:solidFill>
                <a:srgbClr val="1A1A1A"/>
              </a:solidFill>
              <a:latin typeface="Inter"/>
              <a:ea typeface="Inter"/>
              <a:cs typeface="Inter"/>
              <a:sym typeface="Inter"/>
            </a:endParaRPr>
          </a:p>
        </p:txBody>
      </p:sp>
      <p:pic>
        <p:nvPicPr>
          <p:cNvPr id="49" name="Google Shape;49;p16"/>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50" name="Google Shape;50;p16"/>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Agenda</a:t>
            </a:r>
            <a:endParaRPr sz="4000" dirty="0">
              <a:solidFill>
                <a:srgbClr val="1A1A1A"/>
              </a:solidFill>
              <a:latin typeface="Inter ExtraBold"/>
              <a:ea typeface="Inter ExtraBold"/>
              <a:cs typeface="Inter ExtraBold"/>
              <a:sym typeface="Inter ExtraBo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99">
          <a:extLst>
            <a:ext uri="{FF2B5EF4-FFF2-40B4-BE49-F238E27FC236}">
              <a16:creationId xmlns:a16="http://schemas.microsoft.com/office/drawing/2014/main" id="{63A82CEC-B644-7638-F512-B01594CE7FA6}"/>
            </a:ext>
          </a:extLst>
        </p:cNvPr>
        <p:cNvGrpSpPr/>
        <p:nvPr/>
      </p:nvGrpSpPr>
      <p:grpSpPr>
        <a:xfrm>
          <a:off x="0" y="0"/>
          <a:ext cx="0" cy="0"/>
          <a:chOff x="0" y="0"/>
          <a:chExt cx="0" cy="0"/>
        </a:xfrm>
      </p:grpSpPr>
      <p:pic>
        <p:nvPicPr>
          <p:cNvPr id="100" name="Google Shape;100;p20">
            <a:extLst>
              <a:ext uri="{FF2B5EF4-FFF2-40B4-BE49-F238E27FC236}">
                <a16:creationId xmlns:a16="http://schemas.microsoft.com/office/drawing/2014/main" id="{BA6F9926-8476-7A85-74BC-18F87D6C5BE2}"/>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01" name="Google Shape;101;p20">
            <a:extLst>
              <a:ext uri="{FF2B5EF4-FFF2-40B4-BE49-F238E27FC236}">
                <a16:creationId xmlns:a16="http://schemas.microsoft.com/office/drawing/2014/main" id="{BD3770C7-B5C0-9BBA-3A6F-EB2E008558E8}"/>
              </a:ext>
            </a:extLst>
          </p:cNvPr>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Acuerdos</a:t>
            </a:r>
            <a:endParaRPr sz="4000" dirty="0">
              <a:solidFill>
                <a:srgbClr val="1A1A1A"/>
              </a:solidFill>
              <a:latin typeface="Inter ExtraBold"/>
              <a:ea typeface="Inter ExtraBold"/>
              <a:cs typeface="Inter ExtraBold"/>
              <a:sym typeface="Inter ExtraBold"/>
            </a:endParaRPr>
          </a:p>
        </p:txBody>
      </p:sp>
      <p:sp>
        <p:nvSpPr>
          <p:cNvPr id="102" name="Google Shape;102;p20">
            <a:extLst>
              <a:ext uri="{FF2B5EF4-FFF2-40B4-BE49-F238E27FC236}">
                <a16:creationId xmlns:a16="http://schemas.microsoft.com/office/drawing/2014/main" id="{AFCBF5E4-4205-2FB9-D8F8-A8EAC6DCD3E4}"/>
              </a:ext>
            </a:extLst>
          </p:cNvPr>
          <p:cNvSpPr txBox="1">
            <a:spLocks noGrp="1"/>
          </p:cNvSpPr>
          <p:nvPr>
            <p:ph type="subTitle" idx="1"/>
          </p:nvPr>
        </p:nvSpPr>
        <p:spPr>
          <a:xfrm>
            <a:off x="139800" y="2298300"/>
            <a:ext cx="8520600" cy="2616600"/>
          </a:xfrm>
          <a:prstGeom prst="rect">
            <a:avLst/>
          </a:prstGeom>
          <a:noFill/>
          <a:ln>
            <a:noFill/>
          </a:ln>
        </p:spPr>
        <p:txBody>
          <a:bodyPr spcFirstLastPara="1" wrap="square" lIns="91425" tIns="91425" rIns="91425" bIns="91425" anchor="b" anchorCtr="0">
            <a:noAutofit/>
          </a:bodyPr>
          <a:lstStyle/>
          <a:p>
            <a:pPr marL="342900" lvl="0" indent="-342900" algn="l" rtl="0">
              <a:spcBef>
                <a:spcPts val="0"/>
              </a:spcBef>
              <a:spcAft>
                <a:spcPts val="0"/>
              </a:spcAft>
              <a:buFont typeface="Arial" panose="020B0604020202020204" pitchFamily="34" charset="0"/>
              <a:buChar char="•"/>
            </a:pPr>
            <a:r>
              <a:rPr lang="es-ES" sz="2000" dirty="0">
                <a:solidFill>
                  <a:srgbClr val="1A1A1A"/>
                </a:solidFill>
                <a:latin typeface="Inter"/>
                <a:ea typeface="Inter"/>
                <a:cs typeface="Inter"/>
                <a:sym typeface="Inter"/>
              </a:rPr>
              <a:t>Encuentra tu espacio y crea el momento oportuno para disfrutar de aprender</a:t>
            </a:r>
          </a:p>
          <a:p>
            <a:pPr marL="342900" lvl="0" indent="-342900" algn="l" rtl="0">
              <a:spcBef>
                <a:spcPts val="0"/>
              </a:spcBef>
              <a:spcAft>
                <a:spcPts val="0"/>
              </a:spcAft>
              <a:buFont typeface="Arial" panose="020B0604020202020204" pitchFamily="34" charset="0"/>
              <a:buChar char="•"/>
            </a:pPr>
            <a:r>
              <a:rPr lang="es-ES" sz="2000" dirty="0">
                <a:solidFill>
                  <a:srgbClr val="1A1A1A"/>
                </a:solidFill>
                <a:latin typeface="Inter"/>
                <a:ea typeface="Inter"/>
                <a:cs typeface="Inter"/>
                <a:sym typeface="Inter"/>
              </a:rPr>
              <a:t>Evita dispositivos y aplicaciones que puedan robar tu atención</a:t>
            </a:r>
          </a:p>
          <a:p>
            <a:pPr marL="342900" lvl="0" indent="-342900" algn="l" rtl="0">
              <a:spcBef>
                <a:spcPts val="0"/>
              </a:spcBef>
              <a:spcAft>
                <a:spcPts val="0"/>
              </a:spcAft>
              <a:buFont typeface="Arial" panose="020B0604020202020204" pitchFamily="34" charset="0"/>
              <a:buChar char="•"/>
            </a:pPr>
            <a:r>
              <a:rPr lang="es-ES" sz="2000" dirty="0">
                <a:solidFill>
                  <a:srgbClr val="1A1A1A"/>
                </a:solidFill>
                <a:latin typeface="Inter"/>
                <a:ea typeface="Inter"/>
                <a:cs typeface="Inter"/>
                <a:sym typeface="Inter"/>
              </a:rPr>
              <a:t>Mantén la mente abierta y flexible, los prejuicios y paradigmas no están invitados</a:t>
            </a:r>
          </a:p>
        </p:txBody>
      </p:sp>
    </p:spTree>
    <p:extLst>
      <p:ext uri="{BB962C8B-B14F-4D97-AF65-F5344CB8AC3E}">
        <p14:creationId xmlns:p14="http://schemas.microsoft.com/office/powerpoint/2010/main" val="14989182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65BD82"/>
        </a:solidFill>
        <a:effectLst/>
      </p:bgPr>
    </p:bg>
    <p:spTree>
      <p:nvGrpSpPr>
        <p:cNvPr id="1" name="Shape 212"/>
        <p:cNvGrpSpPr/>
        <p:nvPr/>
      </p:nvGrpSpPr>
      <p:grpSpPr>
        <a:xfrm>
          <a:off x="0" y="0"/>
          <a:ext cx="0" cy="0"/>
          <a:chOff x="0" y="0"/>
          <a:chExt cx="0" cy="0"/>
        </a:xfrm>
      </p:grpSpPr>
      <p:sp>
        <p:nvSpPr>
          <p:cNvPr id="213" name="Google Shape;213;p33"/>
          <p:cNvSpPr/>
          <p:nvPr/>
        </p:nvSpPr>
        <p:spPr>
          <a:xfrm>
            <a:off x="22860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ES" sz="1800" dirty="0"/>
              <a:t>Revisar teórica del proyecto, pasos a realizar</a:t>
            </a:r>
          </a:p>
        </p:txBody>
      </p:sp>
      <p:sp>
        <p:nvSpPr>
          <p:cNvPr id="214" name="Google Shape;214;p33"/>
          <p:cNvSpPr/>
          <p:nvPr/>
        </p:nvSpPr>
        <p:spPr>
          <a:xfrm>
            <a:off x="320955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CO" sz="1800" dirty="0"/>
              <a:t>Entender diccionario de datos y objetivos</a:t>
            </a:r>
          </a:p>
        </p:txBody>
      </p:sp>
      <p:sp>
        <p:nvSpPr>
          <p:cNvPr id="215" name="Google Shape;215;p33"/>
          <p:cNvSpPr/>
          <p:nvPr/>
        </p:nvSpPr>
        <p:spPr>
          <a:xfrm>
            <a:off x="619050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ES" sz="1800" dirty="0"/>
              <a:t>Revisar de forma teórica el proyecto</a:t>
            </a:r>
            <a:endParaRPr sz="1800" dirty="0"/>
          </a:p>
        </p:txBody>
      </p:sp>
      <p:pic>
        <p:nvPicPr>
          <p:cNvPr id="216" name="Google Shape;216;p33"/>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17" name="Google Shape;217;p33"/>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Objetivo</a:t>
            </a:r>
            <a:endParaRPr sz="4000" dirty="0">
              <a:solidFill>
                <a:srgbClr val="1A1A1A"/>
              </a:solidFill>
              <a:latin typeface="Inter ExtraBold"/>
              <a:ea typeface="Inter ExtraBold"/>
              <a:cs typeface="Inter ExtraBold"/>
              <a:sym typeface="Inter ExtraBold"/>
            </a:endParaRPr>
          </a:p>
        </p:txBody>
      </p:sp>
      <p:pic>
        <p:nvPicPr>
          <p:cNvPr id="218" name="Google Shape;218;p33"/>
          <p:cNvPicPr preferRelativeResize="0"/>
          <p:nvPr/>
        </p:nvPicPr>
        <p:blipFill>
          <a:blip r:embed="rId4">
            <a:alphaModFix/>
          </a:blip>
          <a:stretch>
            <a:fillRect/>
          </a:stretch>
        </p:blipFill>
        <p:spPr>
          <a:xfrm>
            <a:off x="424775" y="2191450"/>
            <a:ext cx="474431" cy="760565"/>
          </a:xfrm>
          <a:prstGeom prst="rect">
            <a:avLst/>
          </a:prstGeom>
          <a:noFill/>
          <a:ln>
            <a:noFill/>
          </a:ln>
        </p:spPr>
      </p:pic>
      <p:pic>
        <p:nvPicPr>
          <p:cNvPr id="219" name="Google Shape;219;p33"/>
          <p:cNvPicPr preferRelativeResize="0"/>
          <p:nvPr/>
        </p:nvPicPr>
        <p:blipFill>
          <a:blip r:embed="rId5">
            <a:alphaModFix/>
          </a:blip>
          <a:stretch>
            <a:fillRect/>
          </a:stretch>
        </p:blipFill>
        <p:spPr>
          <a:xfrm>
            <a:off x="3469081" y="2191463"/>
            <a:ext cx="474431" cy="760565"/>
          </a:xfrm>
          <a:prstGeom prst="rect">
            <a:avLst/>
          </a:prstGeom>
          <a:noFill/>
          <a:ln>
            <a:noFill/>
          </a:ln>
        </p:spPr>
      </p:pic>
      <p:pic>
        <p:nvPicPr>
          <p:cNvPr id="220" name="Google Shape;220;p33"/>
          <p:cNvPicPr preferRelativeResize="0"/>
          <p:nvPr/>
        </p:nvPicPr>
        <p:blipFill>
          <a:blip r:embed="rId6">
            <a:alphaModFix/>
          </a:blip>
          <a:stretch>
            <a:fillRect/>
          </a:stretch>
        </p:blipFill>
        <p:spPr>
          <a:xfrm>
            <a:off x="6407419" y="2191460"/>
            <a:ext cx="474431" cy="76056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65BD82"/>
        </a:solidFill>
        <a:effectLst/>
      </p:bgPr>
    </p:bg>
    <p:spTree>
      <p:nvGrpSpPr>
        <p:cNvPr id="1" name="Shape 239"/>
        <p:cNvGrpSpPr/>
        <p:nvPr/>
      </p:nvGrpSpPr>
      <p:grpSpPr>
        <a:xfrm>
          <a:off x="0" y="0"/>
          <a:ext cx="0" cy="0"/>
          <a:chOff x="0" y="0"/>
          <a:chExt cx="0" cy="0"/>
        </a:xfrm>
      </p:grpSpPr>
      <p:pic>
        <p:nvPicPr>
          <p:cNvPr id="240" name="Google Shape;240;p36"/>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41" name="Google Shape;241;p36"/>
          <p:cNvSpPr txBox="1">
            <a:spLocks noGrp="1"/>
          </p:cNvSpPr>
          <p:nvPr>
            <p:ph type="ctrTitle"/>
          </p:nvPr>
        </p:nvSpPr>
        <p:spPr>
          <a:xfrm>
            <a:off x="322800" y="817438"/>
            <a:ext cx="6138384" cy="1846629"/>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s-ES" sz="6000" dirty="0">
                <a:solidFill>
                  <a:srgbClr val="1A1A1A"/>
                </a:solidFill>
                <a:latin typeface="Inter ExtraBold"/>
                <a:ea typeface="Inter ExtraBold"/>
                <a:cs typeface="Inter ExtraBold"/>
                <a:sym typeface="Inter ExtraBold"/>
              </a:rPr>
              <a:t>Midamos los ánimos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114"/>
        <p:cNvGrpSpPr/>
        <p:nvPr/>
      </p:nvGrpSpPr>
      <p:grpSpPr>
        <a:xfrm>
          <a:off x="0" y="0"/>
          <a:ext cx="0" cy="0"/>
          <a:chOff x="0" y="0"/>
          <a:chExt cx="0" cy="0"/>
        </a:xfrm>
      </p:grpSpPr>
      <p:pic>
        <p:nvPicPr>
          <p:cNvPr id="115" name="Google Shape;115;p22"/>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16" name="Google Shape;116;p22"/>
          <p:cNvSpPr txBox="1">
            <a:spLocks noGrp="1"/>
          </p:cNvSpPr>
          <p:nvPr>
            <p:ph type="ctrTitle"/>
          </p:nvPr>
        </p:nvSpPr>
        <p:spPr>
          <a:xfrm>
            <a:off x="96875" y="424975"/>
            <a:ext cx="8520600" cy="80018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Recap</a:t>
            </a:r>
            <a:endParaRPr sz="4000" dirty="0">
              <a:solidFill>
                <a:srgbClr val="1A1A1A"/>
              </a:solidFill>
              <a:latin typeface="Inter ExtraBold"/>
              <a:ea typeface="Inter ExtraBold"/>
              <a:cs typeface="Inter ExtraBold"/>
              <a:sym typeface="Inter ExtraBold"/>
            </a:endParaRPr>
          </a:p>
        </p:txBody>
      </p:sp>
      <p:pic>
        <p:nvPicPr>
          <p:cNvPr id="2050" name="Picture 2">
            <a:extLst>
              <a:ext uri="{FF2B5EF4-FFF2-40B4-BE49-F238E27FC236}">
                <a16:creationId xmlns:a16="http://schemas.microsoft.com/office/drawing/2014/main" id="{C620BD7C-F612-5733-08B0-847B27E4ACF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58075" y="0"/>
            <a:ext cx="5191125" cy="51435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Shape 233">
          <a:extLst>
            <a:ext uri="{FF2B5EF4-FFF2-40B4-BE49-F238E27FC236}">
              <a16:creationId xmlns:a16="http://schemas.microsoft.com/office/drawing/2014/main" id="{D4777A78-6FEF-3B53-0389-27806B45CD59}"/>
            </a:ext>
          </a:extLst>
        </p:cNvPr>
        <p:cNvGrpSpPr/>
        <p:nvPr/>
      </p:nvGrpSpPr>
      <p:grpSpPr>
        <a:xfrm>
          <a:off x="0" y="0"/>
          <a:ext cx="0" cy="0"/>
          <a:chOff x="0" y="0"/>
          <a:chExt cx="0" cy="0"/>
        </a:xfrm>
      </p:grpSpPr>
      <p:sp>
        <p:nvSpPr>
          <p:cNvPr id="234" name="Google Shape;234;p35">
            <a:extLst>
              <a:ext uri="{FF2B5EF4-FFF2-40B4-BE49-F238E27FC236}">
                <a16:creationId xmlns:a16="http://schemas.microsoft.com/office/drawing/2014/main" id="{8CB221BE-A96F-8DBD-0FA6-3520BB05B635}"/>
              </a:ext>
            </a:extLst>
          </p:cNvPr>
          <p:cNvSpPr txBox="1">
            <a:spLocks noGrp="1"/>
          </p:cNvSpPr>
          <p:nvPr>
            <p:ph type="ctrTitle"/>
          </p:nvPr>
        </p:nvSpPr>
        <p:spPr>
          <a:xfrm>
            <a:off x="96875" y="2386600"/>
            <a:ext cx="8520600" cy="2528400"/>
          </a:xfrm>
          <a:prstGeom prst="rect">
            <a:avLst/>
          </a:prstGeom>
          <a:noFill/>
          <a:ln>
            <a:noFill/>
          </a:ln>
        </p:spPr>
        <p:txBody>
          <a:bodyPr spcFirstLastPara="1" wrap="square" lIns="91425" tIns="91425" rIns="91425" bIns="91425" anchor="b" anchorCtr="0">
            <a:noAutofit/>
          </a:bodyPr>
          <a:lstStyle/>
          <a:p>
            <a:pPr marL="0" lvl="0" indent="0" algn="l" rtl="0">
              <a:lnSpc>
                <a:spcPct val="90000"/>
              </a:lnSpc>
              <a:spcBef>
                <a:spcPts val="0"/>
              </a:spcBef>
              <a:spcAft>
                <a:spcPts val="0"/>
              </a:spcAft>
              <a:buNone/>
            </a:pPr>
            <a:r>
              <a:rPr lang="en" sz="4800" dirty="0">
                <a:solidFill>
                  <a:srgbClr val="F2F1EE"/>
                </a:solidFill>
                <a:latin typeface="Inter ExtraBold"/>
                <a:ea typeface="Inter ExtraBold"/>
                <a:cs typeface="Inter ExtraBold"/>
                <a:sym typeface="Inter ExtraBold"/>
              </a:rPr>
              <a:t>Vamos a Jupyter!</a:t>
            </a:r>
            <a:endParaRPr sz="4800" dirty="0">
              <a:solidFill>
                <a:srgbClr val="F2F1EE"/>
              </a:solidFill>
              <a:latin typeface="Inter ExtraBold"/>
              <a:ea typeface="Inter ExtraBold"/>
              <a:cs typeface="Inter ExtraBold"/>
              <a:sym typeface="Inter ExtraBold"/>
            </a:endParaRPr>
          </a:p>
        </p:txBody>
      </p:sp>
      <p:pic>
        <p:nvPicPr>
          <p:cNvPr id="235" name="Google Shape;235;p35">
            <a:extLst>
              <a:ext uri="{FF2B5EF4-FFF2-40B4-BE49-F238E27FC236}">
                <a16:creationId xmlns:a16="http://schemas.microsoft.com/office/drawing/2014/main" id="{B76F4D4A-1845-15B9-CE7F-D1DD2798F844}"/>
              </a:ext>
            </a:extLst>
          </p:cNvPr>
          <p:cNvPicPr preferRelativeResize="0"/>
          <p:nvPr/>
        </p:nvPicPr>
        <p:blipFill>
          <a:blip r:embed="rId3">
            <a:alphaModFix/>
          </a:blip>
          <a:stretch>
            <a:fillRect/>
          </a:stretch>
        </p:blipFill>
        <p:spPr>
          <a:xfrm>
            <a:off x="228600" y="228600"/>
            <a:ext cx="868680" cy="191756"/>
          </a:xfrm>
          <a:prstGeom prst="rect">
            <a:avLst/>
          </a:prstGeom>
          <a:noFill/>
          <a:ln>
            <a:noFill/>
          </a:ln>
        </p:spPr>
      </p:pic>
    </p:spTree>
    <p:extLst>
      <p:ext uri="{BB962C8B-B14F-4D97-AF65-F5344CB8AC3E}">
        <p14:creationId xmlns:p14="http://schemas.microsoft.com/office/powerpoint/2010/main" val="29543555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65BD82"/>
        </a:solidFill>
        <a:effectLst/>
      </p:bgPr>
    </p:bg>
    <p:spTree>
      <p:nvGrpSpPr>
        <p:cNvPr id="1" name="Shape 239">
          <a:extLst>
            <a:ext uri="{FF2B5EF4-FFF2-40B4-BE49-F238E27FC236}">
              <a16:creationId xmlns:a16="http://schemas.microsoft.com/office/drawing/2014/main" id="{710DD49A-DA5B-4789-11A7-FB1CED434E7D}"/>
            </a:ext>
          </a:extLst>
        </p:cNvPr>
        <p:cNvGrpSpPr/>
        <p:nvPr/>
      </p:nvGrpSpPr>
      <p:grpSpPr>
        <a:xfrm>
          <a:off x="0" y="0"/>
          <a:ext cx="0" cy="0"/>
          <a:chOff x="0" y="0"/>
          <a:chExt cx="0" cy="0"/>
        </a:xfrm>
      </p:grpSpPr>
      <p:pic>
        <p:nvPicPr>
          <p:cNvPr id="240" name="Google Shape;240;p36">
            <a:extLst>
              <a:ext uri="{FF2B5EF4-FFF2-40B4-BE49-F238E27FC236}">
                <a16:creationId xmlns:a16="http://schemas.microsoft.com/office/drawing/2014/main" id="{8B3E9417-FA46-7635-A065-5BB9711EE867}"/>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41" name="Google Shape;241;p36">
            <a:extLst>
              <a:ext uri="{FF2B5EF4-FFF2-40B4-BE49-F238E27FC236}">
                <a16:creationId xmlns:a16="http://schemas.microsoft.com/office/drawing/2014/main" id="{39593599-5C27-2E74-1FE8-16CC9561FFF1}"/>
              </a:ext>
            </a:extLst>
          </p:cNvPr>
          <p:cNvSpPr txBox="1">
            <a:spLocks noGrp="1"/>
          </p:cNvSpPr>
          <p:nvPr>
            <p:ph type="ctrTitle"/>
          </p:nvPr>
        </p:nvSpPr>
        <p:spPr>
          <a:xfrm>
            <a:off x="322800" y="817438"/>
            <a:ext cx="6138384" cy="2677626"/>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s-ES" sz="6000" dirty="0">
                <a:solidFill>
                  <a:srgbClr val="1A1A1A"/>
                </a:solidFill>
                <a:latin typeface="Inter ExtraBold"/>
                <a:ea typeface="Inter ExtraBold"/>
                <a:cs typeface="Inter ExtraBold"/>
                <a:sym typeface="Inter ExtraBold"/>
              </a:rPr>
              <a:t>¿Cómo te sientes luego de la sesión?</a:t>
            </a:r>
          </a:p>
        </p:txBody>
      </p:sp>
    </p:spTree>
    <p:extLst>
      <p:ext uri="{BB962C8B-B14F-4D97-AF65-F5344CB8AC3E}">
        <p14:creationId xmlns:p14="http://schemas.microsoft.com/office/powerpoint/2010/main" val="32982661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8F60"/>
        </a:solidFill>
        <a:effectLst/>
      </p:bgPr>
    </p:bg>
    <p:spTree>
      <p:nvGrpSpPr>
        <p:cNvPr id="1" name="Shape 268"/>
        <p:cNvGrpSpPr/>
        <p:nvPr/>
      </p:nvGrpSpPr>
      <p:grpSpPr>
        <a:xfrm>
          <a:off x="0" y="0"/>
          <a:ext cx="0" cy="0"/>
          <a:chOff x="0" y="0"/>
          <a:chExt cx="0" cy="0"/>
        </a:xfrm>
      </p:grpSpPr>
      <p:sp>
        <p:nvSpPr>
          <p:cNvPr id="269" name="Google Shape;269;p39"/>
          <p:cNvSpPr txBox="1">
            <a:spLocks noGrp="1"/>
          </p:cNvSpPr>
          <p:nvPr>
            <p:ph type="ctrTitle"/>
          </p:nvPr>
        </p:nvSpPr>
        <p:spPr>
          <a:xfrm>
            <a:off x="311688" y="1913950"/>
            <a:ext cx="8520600" cy="923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4800">
                <a:solidFill>
                  <a:srgbClr val="1A1A1A"/>
                </a:solidFill>
                <a:latin typeface="Inter ExtraBold"/>
                <a:ea typeface="Inter ExtraBold"/>
                <a:cs typeface="Inter ExtraBold"/>
                <a:sym typeface="Inter ExtraBold"/>
              </a:rPr>
              <a:t>Thanks      for coming!</a:t>
            </a:r>
            <a:endParaRPr sz="4800">
              <a:solidFill>
                <a:srgbClr val="1A1A1A"/>
              </a:solidFill>
              <a:latin typeface="Inter ExtraBold"/>
              <a:ea typeface="Inter ExtraBold"/>
              <a:cs typeface="Inter ExtraBold"/>
              <a:sym typeface="Inter ExtraBold"/>
            </a:endParaRPr>
          </a:p>
        </p:txBody>
      </p:sp>
      <p:pic>
        <p:nvPicPr>
          <p:cNvPr id="270" name="Google Shape;270;p39"/>
          <p:cNvPicPr preferRelativeResize="0"/>
          <p:nvPr/>
        </p:nvPicPr>
        <p:blipFill>
          <a:blip r:embed="rId3">
            <a:alphaModFix/>
          </a:blip>
          <a:stretch>
            <a:fillRect/>
          </a:stretch>
        </p:blipFill>
        <p:spPr>
          <a:xfrm>
            <a:off x="3642096" y="2053054"/>
            <a:ext cx="645459" cy="645201"/>
          </a:xfrm>
          <a:prstGeom prst="rect">
            <a:avLst/>
          </a:prstGeom>
          <a:noFill/>
          <a:ln>
            <a:noFill/>
          </a:ln>
        </p:spPr>
      </p:pic>
      <p:pic>
        <p:nvPicPr>
          <p:cNvPr id="271" name="Google Shape;271;p39"/>
          <p:cNvPicPr preferRelativeResize="0"/>
          <p:nvPr/>
        </p:nvPicPr>
        <p:blipFill>
          <a:blip r:embed="rId4">
            <a:alphaModFix/>
          </a:blip>
          <a:stretch>
            <a:fillRect/>
          </a:stretch>
        </p:blipFill>
        <p:spPr>
          <a:xfrm>
            <a:off x="4138613" y="228600"/>
            <a:ext cx="866775" cy="1942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06"/>
        <p:cNvGrpSpPr/>
        <p:nvPr/>
      </p:nvGrpSpPr>
      <p:grpSpPr>
        <a:xfrm>
          <a:off x="0" y="0"/>
          <a:ext cx="0" cy="0"/>
          <a:chOff x="0" y="0"/>
          <a:chExt cx="0" cy="0"/>
        </a:xfrm>
      </p:grpSpPr>
      <p:pic>
        <p:nvPicPr>
          <p:cNvPr id="107" name="Google Shape;107;p21"/>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08" name="Google Shape;108;p21"/>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pic>
        <p:nvPicPr>
          <p:cNvPr id="109" name="Google Shape;109;p21"/>
          <p:cNvPicPr preferRelativeResize="0"/>
          <p:nvPr/>
        </p:nvPicPr>
        <p:blipFill rotWithShape="1">
          <a:blip r:embed="rId4">
            <a:alphaModFix/>
          </a:blip>
          <a:srcRect l="21362" t="27708" r="20175" b="1514"/>
          <a:stretch/>
        </p:blipFill>
        <p:spPr>
          <a:xfrm>
            <a:off x="228600" y="1490700"/>
            <a:ext cx="4240800" cy="3424200"/>
          </a:xfrm>
          <a:prstGeom prst="roundRect">
            <a:avLst>
              <a:gd name="adj" fmla="val 4989"/>
            </a:avLst>
          </a:prstGeom>
          <a:solidFill>
            <a:schemeClr val="lt1"/>
          </a:solidFill>
          <a:ln>
            <a:noFill/>
          </a:ln>
        </p:spPr>
      </p:pic>
      <p:sp>
        <p:nvSpPr>
          <p:cNvPr id="110" name="Google Shape;110;p21"/>
          <p:cNvSpPr/>
          <p:nvPr/>
        </p:nvSpPr>
        <p:spPr>
          <a:xfrm>
            <a:off x="4674600" y="1490700"/>
            <a:ext cx="4240800" cy="3424200"/>
          </a:xfrm>
          <a:prstGeom prst="roundRect">
            <a:avLst>
              <a:gd name="adj" fmla="val 5630"/>
            </a:avLst>
          </a:prstGeom>
          <a:solidFill>
            <a:schemeClr val="lt1"/>
          </a:solidFill>
          <a:ln>
            <a:noFill/>
          </a:ln>
        </p:spPr>
        <p:txBody>
          <a:bodyPr spcFirstLastPara="1" wrap="square" lIns="182875" tIns="182875" rIns="182875" bIns="274300" anchor="t" anchorCtr="0">
            <a:noAutofit/>
          </a:bodyPr>
          <a:lstStyle/>
          <a:p>
            <a:pPr marL="0" lvl="0" indent="0" algn="l" rtl="0">
              <a:lnSpc>
                <a:spcPct val="115000"/>
              </a:lnSpc>
              <a:spcBef>
                <a:spcPts val="0"/>
              </a:spcBef>
              <a:spcAft>
                <a:spcPts val="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a:solidFill>
                <a:srgbClr val="1A1A1A"/>
              </a:solidFill>
              <a:latin typeface="Inter"/>
              <a:ea typeface="Inter"/>
              <a:cs typeface="Inter"/>
              <a:sym typeface="Inter"/>
            </a:endParaRPr>
          </a:p>
          <a:p>
            <a:pPr marL="0" lvl="0" indent="0" algn="ctr" rtl="0">
              <a:spcBef>
                <a:spcPts val="1200"/>
              </a:spcBef>
              <a:spcAft>
                <a:spcPts val="0"/>
              </a:spcAft>
              <a:buNone/>
            </a:pPr>
            <a:endParaRPr>
              <a:solidFill>
                <a:srgbClr val="1A1A1A"/>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22"/>
        <p:cNvGrpSpPr/>
        <p:nvPr/>
      </p:nvGrpSpPr>
      <p:grpSpPr>
        <a:xfrm>
          <a:off x="0" y="0"/>
          <a:ext cx="0" cy="0"/>
          <a:chOff x="0" y="0"/>
          <a:chExt cx="0" cy="0"/>
        </a:xfrm>
      </p:grpSpPr>
      <p:pic>
        <p:nvPicPr>
          <p:cNvPr id="123" name="Google Shape;123;p23"/>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24" name="Google Shape;124;p23"/>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pic>
        <p:nvPicPr>
          <p:cNvPr id="125" name="Google Shape;125;p23"/>
          <p:cNvPicPr preferRelativeResize="0"/>
          <p:nvPr/>
        </p:nvPicPr>
        <p:blipFill rotWithShape="1">
          <a:blip r:embed="rId4">
            <a:alphaModFix/>
          </a:blip>
          <a:srcRect t="-5004" b="-4993"/>
          <a:stretch/>
        </p:blipFill>
        <p:spPr>
          <a:xfrm>
            <a:off x="228600" y="1490700"/>
            <a:ext cx="4240800" cy="3424200"/>
          </a:xfrm>
          <a:prstGeom prst="roundRect">
            <a:avLst>
              <a:gd name="adj" fmla="val 4989"/>
            </a:avLst>
          </a:prstGeom>
          <a:solidFill>
            <a:schemeClr val="lt1"/>
          </a:solidFill>
          <a:ln>
            <a:noFill/>
          </a:ln>
        </p:spPr>
      </p:pic>
      <p:pic>
        <p:nvPicPr>
          <p:cNvPr id="126" name="Google Shape;126;p23"/>
          <p:cNvPicPr preferRelativeResize="0"/>
          <p:nvPr/>
        </p:nvPicPr>
        <p:blipFill rotWithShape="1">
          <a:blip r:embed="rId5">
            <a:alphaModFix/>
          </a:blip>
          <a:srcRect l="-3751" r="-3751"/>
          <a:stretch/>
        </p:blipFill>
        <p:spPr>
          <a:xfrm>
            <a:off x="4674600" y="1490700"/>
            <a:ext cx="4240800" cy="3424200"/>
          </a:xfrm>
          <a:prstGeom prst="roundRect">
            <a:avLst>
              <a:gd name="adj" fmla="val 4989"/>
            </a:avLst>
          </a:prstGeom>
          <a:solidFill>
            <a:schemeClr val="lt1"/>
          </a:solidFill>
          <a:ln>
            <a:noFill/>
          </a:ln>
        </p:spPr>
      </p:pic>
      <p:sp>
        <p:nvSpPr>
          <p:cNvPr id="127" name="Google Shape;127;p23"/>
          <p:cNvSpPr txBox="1"/>
          <p:nvPr/>
        </p:nvSpPr>
        <p:spPr>
          <a:xfrm>
            <a:off x="2916600" y="594325"/>
            <a:ext cx="59988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1"/>
                </a:solidFill>
                <a:highlight>
                  <a:srgbClr val="FF9900"/>
                </a:highlight>
              </a:rPr>
              <a:t>Change the images, resize them, and delete this text</a:t>
            </a:r>
            <a:endParaRPr sz="1800">
              <a:solidFill>
                <a:schemeClr val="dk1"/>
              </a:solidFill>
              <a:highlight>
                <a:srgbClr val="FF9900"/>
              </a:highligh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31"/>
        <p:cNvGrpSpPr/>
        <p:nvPr/>
      </p:nvGrpSpPr>
      <p:grpSpPr>
        <a:xfrm>
          <a:off x="0" y="0"/>
          <a:ext cx="0" cy="0"/>
          <a:chOff x="0" y="0"/>
          <a:chExt cx="0" cy="0"/>
        </a:xfrm>
      </p:grpSpPr>
      <p:pic>
        <p:nvPicPr>
          <p:cNvPr id="132" name="Google Shape;132;p24"/>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33" name="Google Shape;133;p24"/>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34" name="Google Shape;134;p24"/>
          <p:cNvSpPr/>
          <p:nvPr/>
        </p:nvSpPr>
        <p:spPr>
          <a:xfrm>
            <a:off x="228600" y="1490700"/>
            <a:ext cx="4240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a:solidFill>
                <a:srgbClr val="1A1A1A"/>
              </a:solidFill>
              <a:latin typeface="Inter"/>
              <a:ea typeface="Inter"/>
              <a:cs typeface="Inter"/>
              <a:sym typeface="Inter"/>
            </a:endParaRPr>
          </a:p>
          <a:p>
            <a:pPr marL="0" lvl="0" indent="0" algn="ctr" rtl="0">
              <a:spcBef>
                <a:spcPts val="1200"/>
              </a:spcBef>
              <a:spcAft>
                <a:spcPts val="0"/>
              </a:spcAft>
              <a:buNone/>
            </a:pPr>
            <a:endParaRPr/>
          </a:p>
        </p:txBody>
      </p:sp>
      <p:sp>
        <p:nvSpPr>
          <p:cNvPr id="135" name="Google Shape;135;p24"/>
          <p:cNvSpPr/>
          <p:nvPr/>
        </p:nvSpPr>
        <p:spPr>
          <a:xfrm>
            <a:off x="4674600" y="1490700"/>
            <a:ext cx="4240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a:solidFill>
                <a:srgbClr val="1A1A1A"/>
              </a:solidFill>
              <a:latin typeface="Inter"/>
              <a:ea typeface="Inter"/>
              <a:cs typeface="Inter"/>
              <a:sym typeface="Inter"/>
            </a:endParaRPr>
          </a:p>
          <a:p>
            <a:pPr marL="0" lvl="0" indent="0" algn="ctr" rtl="0">
              <a:spcBef>
                <a:spcPts val="1200"/>
              </a:spcBef>
              <a:spcAft>
                <a:spcPts val="0"/>
              </a:spcAft>
              <a:buNone/>
            </a:pP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39"/>
        <p:cNvGrpSpPr/>
        <p:nvPr/>
      </p:nvGrpSpPr>
      <p:grpSpPr>
        <a:xfrm>
          <a:off x="0" y="0"/>
          <a:ext cx="0" cy="0"/>
          <a:chOff x="0" y="0"/>
          <a:chExt cx="0" cy="0"/>
        </a:xfrm>
      </p:grpSpPr>
      <p:pic>
        <p:nvPicPr>
          <p:cNvPr id="140" name="Google Shape;140;p25"/>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41" name="Google Shape;141;p25"/>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42" name="Google Shape;142;p25"/>
          <p:cNvSpPr/>
          <p:nvPr/>
        </p:nvSpPr>
        <p:spPr>
          <a:xfrm>
            <a:off x="2286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sp>
        <p:nvSpPr>
          <p:cNvPr id="143" name="Google Shape;143;p25"/>
          <p:cNvSpPr/>
          <p:nvPr/>
        </p:nvSpPr>
        <p:spPr>
          <a:xfrm>
            <a:off x="31821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sp>
        <p:nvSpPr>
          <p:cNvPr id="144" name="Google Shape;144;p25"/>
          <p:cNvSpPr/>
          <p:nvPr/>
        </p:nvSpPr>
        <p:spPr>
          <a:xfrm>
            <a:off x="61356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48"/>
        <p:cNvGrpSpPr/>
        <p:nvPr/>
      </p:nvGrpSpPr>
      <p:grpSpPr>
        <a:xfrm>
          <a:off x="0" y="0"/>
          <a:ext cx="0" cy="0"/>
          <a:chOff x="0" y="0"/>
          <a:chExt cx="0" cy="0"/>
        </a:xfrm>
      </p:grpSpPr>
      <p:pic>
        <p:nvPicPr>
          <p:cNvPr id="149" name="Google Shape;149;p26"/>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50" name="Google Shape;150;p26"/>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51" name="Google Shape;151;p26"/>
          <p:cNvSpPr/>
          <p:nvPr/>
        </p:nvSpPr>
        <p:spPr>
          <a:xfrm>
            <a:off x="2286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latin typeface="Inter"/>
              <a:ea typeface="Inter"/>
              <a:cs typeface="Inter"/>
              <a:sym typeface="Inter"/>
            </a:endParaRPr>
          </a:p>
        </p:txBody>
      </p:sp>
      <p:sp>
        <p:nvSpPr>
          <p:cNvPr id="152" name="Google Shape;152;p26"/>
          <p:cNvSpPr/>
          <p:nvPr/>
        </p:nvSpPr>
        <p:spPr>
          <a:xfrm>
            <a:off x="24461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endParaRPr>
          </a:p>
        </p:txBody>
      </p:sp>
      <p:sp>
        <p:nvSpPr>
          <p:cNvPr id="153" name="Google Shape;153;p26"/>
          <p:cNvSpPr/>
          <p:nvPr/>
        </p:nvSpPr>
        <p:spPr>
          <a:xfrm>
            <a:off x="46384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endParaRPr>
          </a:p>
        </p:txBody>
      </p:sp>
      <p:sp>
        <p:nvSpPr>
          <p:cNvPr id="154" name="Google Shape;154;p26"/>
          <p:cNvSpPr/>
          <p:nvPr/>
        </p:nvSpPr>
        <p:spPr>
          <a:xfrm>
            <a:off x="68307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58"/>
        <p:cNvGrpSpPr/>
        <p:nvPr/>
      </p:nvGrpSpPr>
      <p:grpSpPr>
        <a:xfrm>
          <a:off x="0" y="0"/>
          <a:ext cx="0" cy="0"/>
          <a:chOff x="0" y="0"/>
          <a:chExt cx="0" cy="0"/>
        </a:xfrm>
      </p:grpSpPr>
      <p:sp>
        <p:nvSpPr>
          <p:cNvPr id="159" name="Google Shape;159;p27"/>
          <p:cNvSpPr/>
          <p:nvPr/>
        </p:nvSpPr>
        <p:spPr>
          <a:xfrm>
            <a:off x="228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pic>
        <p:nvPicPr>
          <p:cNvPr id="160" name="Google Shape;160;p27"/>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61" name="Google Shape;161;p27"/>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62" name="Google Shape;162;p27"/>
          <p:cNvSpPr/>
          <p:nvPr/>
        </p:nvSpPr>
        <p:spPr>
          <a:xfrm>
            <a:off x="31821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63" name="Google Shape;163;p27"/>
          <p:cNvSpPr/>
          <p:nvPr/>
        </p:nvSpPr>
        <p:spPr>
          <a:xfrm>
            <a:off x="6135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64" name="Google Shape;164;p27"/>
          <p:cNvSpPr/>
          <p:nvPr/>
        </p:nvSpPr>
        <p:spPr>
          <a:xfrm>
            <a:off x="228600" y="3150575"/>
            <a:ext cx="4268400" cy="17646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65" name="Google Shape;165;p27"/>
          <p:cNvSpPr/>
          <p:nvPr/>
        </p:nvSpPr>
        <p:spPr>
          <a:xfrm>
            <a:off x="4647000" y="3150575"/>
            <a:ext cx="4268400" cy="17646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69"/>
        <p:cNvGrpSpPr/>
        <p:nvPr/>
      </p:nvGrpSpPr>
      <p:grpSpPr>
        <a:xfrm>
          <a:off x="0" y="0"/>
          <a:ext cx="0" cy="0"/>
          <a:chOff x="0" y="0"/>
          <a:chExt cx="0" cy="0"/>
        </a:xfrm>
      </p:grpSpPr>
      <p:sp>
        <p:nvSpPr>
          <p:cNvPr id="170" name="Google Shape;170;p28"/>
          <p:cNvSpPr/>
          <p:nvPr/>
        </p:nvSpPr>
        <p:spPr>
          <a:xfrm>
            <a:off x="228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pic>
        <p:nvPicPr>
          <p:cNvPr id="171" name="Google Shape;171;p28"/>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72" name="Google Shape;172;p28"/>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73" name="Google Shape;173;p28"/>
          <p:cNvSpPr/>
          <p:nvPr/>
        </p:nvSpPr>
        <p:spPr>
          <a:xfrm>
            <a:off x="31821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4" name="Google Shape;174;p28"/>
          <p:cNvSpPr/>
          <p:nvPr/>
        </p:nvSpPr>
        <p:spPr>
          <a:xfrm>
            <a:off x="6135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5" name="Google Shape;175;p28"/>
          <p:cNvSpPr/>
          <p:nvPr/>
        </p:nvSpPr>
        <p:spPr>
          <a:xfrm>
            <a:off x="228600" y="3173700"/>
            <a:ext cx="2779800" cy="1741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6" name="Google Shape;176;p28"/>
          <p:cNvSpPr/>
          <p:nvPr/>
        </p:nvSpPr>
        <p:spPr>
          <a:xfrm>
            <a:off x="3182100" y="3173700"/>
            <a:ext cx="2779800" cy="1741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7" name="Google Shape;177;p28"/>
          <p:cNvSpPr/>
          <p:nvPr/>
        </p:nvSpPr>
        <p:spPr>
          <a:xfrm>
            <a:off x="6135600" y="3173700"/>
            <a:ext cx="2779800" cy="1741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81"/>
        <p:cNvGrpSpPr/>
        <p:nvPr/>
      </p:nvGrpSpPr>
      <p:grpSpPr>
        <a:xfrm>
          <a:off x="0" y="0"/>
          <a:ext cx="0" cy="0"/>
          <a:chOff x="0" y="0"/>
          <a:chExt cx="0" cy="0"/>
        </a:xfrm>
      </p:grpSpPr>
      <p:pic>
        <p:nvPicPr>
          <p:cNvPr id="182" name="Google Shape;182;p29"/>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83" name="Google Shape;183;p29"/>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graphicFrame>
        <p:nvGraphicFramePr>
          <p:cNvPr id="184" name="Google Shape;184;p29"/>
          <p:cNvGraphicFramePr/>
          <p:nvPr/>
        </p:nvGraphicFramePr>
        <p:xfrm>
          <a:off x="228600" y="1999425"/>
          <a:ext cx="8686800" cy="3120895"/>
        </p:xfrm>
        <a:graphic>
          <a:graphicData uri="http://schemas.openxmlformats.org/drawingml/2006/table">
            <a:tbl>
              <a:tblPr>
                <a:noFill/>
                <a:tableStyleId>{EDE21166-72CD-4666-9B10-2B5B8EA32889}</a:tableStyleId>
              </a:tblPr>
              <a:tblGrid>
                <a:gridCol w="2171700">
                  <a:extLst>
                    <a:ext uri="{9D8B030D-6E8A-4147-A177-3AD203B41FA5}">
                      <a16:colId xmlns:a16="http://schemas.microsoft.com/office/drawing/2014/main" val="20000"/>
                    </a:ext>
                  </a:extLst>
                </a:gridCol>
                <a:gridCol w="2171700">
                  <a:extLst>
                    <a:ext uri="{9D8B030D-6E8A-4147-A177-3AD203B41FA5}">
                      <a16:colId xmlns:a16="http://schemas.microsoft.com/office/drawing/2014/main" val="20001"/>
                    </a:ext>
                  </a:extLst>
                </a:gridCol>
                <a:gridCol w="2171700">
                  <a:extLst>
                    <a:ext uri="{9D8B030D-6E8A-4147-A177-3AD203B41FA5}">
                      <a16:colId xmlns:a16="http://schemas.microsoft.com/office/drawing/2014/main" val="20002"/>
                    </a:ext>
                  </a:extLst>
                </a:gridCol>
                <a:gridCol w="2171700">
                  <a:extLst>
                    <a:ext uri="{9D8B030D-6E8A-4147-A177-3AD203B41FA5}">
                      <a16:colId xmlns:a16="http://schemas.microsoft.com/office/drawing/2014/main" val="20003"/>
                    </a:ext>
                  </a:extLst>
                </a:gridCol>
              </a:tblGrid>
              <a:tr h="404150">
                <a:tc>
                  <a:txBody>
                    <a:bodyPr/>
                    <a:lstStyle/>
                    <a:p>
                      <a:pPr marL="0" lvl="0" indent="0" algn="l" rtl="0">
                        <a:spcBef>
                          <a:spcPts val="0"/>
                        </a:spcBef>
                        <a:spcAft>
                          <a:spcPts val="0"/>
                        </a:spcAft>
                        <a:buNone/>
                      </a:pPr>
                      <a:endParaRPr b="1"/>
                    </a:p>
                  </a:txBody>
                  <a:tcPr marL="91425" marR="91425" marT="91425" marB="91425">
                    <a:lnL w="9525" cap="flat" cmpd="sng">
                      <a:solidFill>
                        <a:srgbClr val="2A2A2A">
                          <a:alpha val="0"/>
                        </a:srgbClr>
                      </a:solidFill>
                      <a:prstDash val="solid"/>
                      <a:round/>
                      <a:headEnd type="none" w="sm" len="sm"/>
                      <a:tailEnd type="none" w="sm" len="sm"/>
                    </a:lnL>
                    <a:lnR w="9525" cap="flat" cmpd="sng">
                      <a:solidFill>
                        <a:srgbClr val="1A1A1A"/>
                      </a:solidFill>
                      <a:prstDash val="solid"/>
                      <a:round/>
                      <a:headEnd type="none" w="sm" len="sm"/>
                      <a:tailEnd type="none" w="sm" len="sm"/>
                    </a:lnR>
                    <a:lnT w="9525" cap="flat" cmpd="sng">
                      <a:solidFill>
                        <a:srgbClr val="2A2A2A">
                          <a:alpha val="0"/>
                        </a:srgbClr>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None/>
                      </a:pPr>
                      <a:r>
                        <a:rPr lang="en" b="1"/>
                        <a:t>Header</a:t>
                      </a:r>
                      <a:endParaRPr b="1"/>
                    </a:p>
                  </a:txBody>
                  <a:tcPr marL="91425" marR="91425" marT="91425" marB="91425">
                    <a:lnL w="9525" cap="flat" cmpd="sng">
                      <a:solidFill>
                        <a:srgbClr val="1A1A1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None/>
                      </a:pPr>
                      <a:r>
                        <a:rPr lang="en" b="1"/>
                        <a:t>Selected column example</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extLst>
                  <a:ext uri="{0D108BD9-81ED-4DB2-BD59-A6C34878D82A}">
                    <a16:rowId xmlns:a16="http://schemas.microsoft.com/office/drawing/2014/main" val="10000"/>
                  </a:ext>
                </a:extLst>
              </a:tr>
              <a:tr h="621625">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646450">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621625">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621625">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88"/>
        <p:cNvGrpSpPr/>
        <p:nvPr/>
      </p:nvGrpSpPr>
      <p:grpSpPr>
        <a:xfrm>
          <a:off x="0" y="0"/>
          <a:ext cx="0" cy="0"/>
          <a:chOff x="0" y="0"/>
          <a:chExt cx="0" cy="0"/>
        </a:xfrm>
      </p:grpSpPr>
      <p:pic>
        <p:nvPicPr>
          <p:cNvPr id="189" name="Google Shape;189;p30"/>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90" name="Google Shape;190;p30"/>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Code example</a:t>
            </a:r>
            <a:endParaRPr sz="4000">
              <a:solidFill>
                <a:srgbClr val="1A1A1A"/>
              </a:solidFill>
              <a:latin typeface="Inter ExtraBold"/>
              <a:ea typeface="Inter ExtraBold"/>
              <a:cs typeface="Inter ExtraBold"/>
              <a:sym typeface="Inter ExtraBold"/>
            </a:endParaRPr>
          </a:p>
        </p:txBody>
      </p:sp>
      <p:sp>
        <p:nvSpPr>
          <p:cNvPr id="191" name="Google Shape;191;p30"/>
          <p:cNvSpPr/>
          <p:nvPr/>
        </p:nvSpPr>
        <p:spPr>
          <a:xfrm>
            <a:off x="228600" y="1313300"/>
            <a:ext cx="8686800" cy="3601500"/>
          </a:xfrm>
          <a:prstGeom prst="roundRect">
            <a:avLst>
              <a:gd name="adj" fmla="val 5630"/>
            </a:avLst>
          </a:prstGeom>
          <a:solidFill>
            <a:srgbClr val="1A1A1A"/>
          </a:solidFill>
          <a:ln>
            <a:noFill/>
          </a:ln>
        </p:spPr>
        <p:txBody>
          <a:bodyPr spcFirstLastPara="1" wrap="square" lIns="274300" tIns="274300" rIns="274300" bIns="274300" anchor="t" anchorCtr="0">
            <a:noAutofit/>
          </a:bodyPr>
          <a:lstStyle/>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&lt;html&gt;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&lt;head&gt;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&lt;/head&gt;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&lt;body&gt;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&lt;div&gt;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&lt;h1&gt;Hello,World!&lt;/h1&gt;</a:t>
            </a:r>
            <a:endParaRPr sz="1600">
              <a:solidFill>
                <a:srgbClr val="65BD82"/>
              </a:solidFill>
              <a:latin typeface="Roboto Mono"/>
              <a:ea typeface="Roboto Mono"/>
              <a:cs typeface="Roboto Mono"/>
              <a:sym typeface="Roboto Mono"/>
            </a:endParaRPr>
          </a:p>
          <a:p>
            <a:pPr marL="0" lvl="0" indent="457200" algn="l" rtl="0">
              <a:spcBef>
                <a:spcPts val="0"/>
              </a:spcBef>
              <a:spcAft>
                <a:spcPts val="0"/>
              </a:spcAft>
              <a:buNone/>
            </a:pPr>
            <a:r>
              <a:rPr lang="en" sz="1600">
                <a:solidFill>
                  <a:srgbClr val="65BD82"/>
                </a:solidFill>
                <a:latin typeface="Roboto Mono"/>
                <a:ea typeface="Roboto Mono"/>
                <a:cs typeface="Roboto Mono"/>
                <a:sym typeface="Roboto Mono"/>
              </a:rPr>
              <a:t>	&lt;/div&gt;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600">
                <a:solidFill>
                  <a:srgbClr val="65BD82"/>
                </a:solidFill>
                <a:latin typeface="Roboto Mono"/>
                <a:ea typeface="Roboto Mono"/>
                <a:cs typeface="Roboto Mono"/>
                <a:sym typeface="Roboto Mono"/>
              </a:rPr>
              <a:t>	&lt;/body&gt;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&lt;/html&gt;</a:t>
            </a:r>
            <a:endParaRPr sz="1600">
              <a:solidFill>
                <a:srgbClr val="65BD82"/>
              </a:solidFill>
              <a:latin typeface="Roboto Mono"/>
              <a:ea typeface="Roboto Mono"/>
              <a:cs typeface="Roboto Mono"/>
              <a:sym typeface="Roboto Mono"/>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bg>
      <p:bgPr>
        <a:solidFill>
          <a:srgbClr val="FF8F60"/>
        </a:solidFill>
        <a:effectLst/>
      </p:bgPr>
    </p:bg>
    <p:spTree>
      <p:nvGrpSpPr>
        <p:cNvPr id="1" name="Shape 195"/>
        <p:cNvGrpSpPr/>
        <p:nvPr/>
      </p:nvGrpSpPr>
      <p:grpSpPr>
        <a:xfrm>
          <a:off x="0" y="0"/>
          <a:ext cx="0" cy="0"/>
          <a:chOff x="0" y="0"/>
          <a:chExt cx="0" cy="0"/>
        </a:xfrm>
      </p:grpSpPr>
      <p:pic>
        <p:nvPicPr>
          <p:cNvPr id="196" name="Google Shape;196;p31"/>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97" name="Google Shape;197;p31"/>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Accent slide</a:t>
            </a:r>
            <a:endParaRPr sz="4000">
              <a:solidFill>
                <a:srgbClr val="1A1A1A"/>
              </a:solidFill>
              <a:latin typeface="Inter ExtraBold"/>
              <a:ea typeface="Inter ExtraBold"/>
              <a:cs typeface="Inter ExtraBold"/>
              <a:sym typeface="Inter ExtraBold"/>
            </a:endParaRPr>
          </a:p>
        </p:txBody>
      </p:sp>
      <p:sp>
        <p:nvSpPr>
          <p:cNvPr id="198" name="Google Shape;198;p31"/>
          <p:cNvSpPr/>
          <p:nvPr/>
        </p:nvSpPr>
        <p:spPr>
          <a:xfrm>
            <a:off x="228600" y="1375825"/>
            <a:ext cx="4223400" cy="3539100"/>
          </a:xfrm>
          <a:prstGeom prst="snip2DiagRect">
            <a:avLst>
              <a:gd name="adj1" fmla="val 0"/>
              <a:gd name="adj2" fmla="val 16667"/>
            </a:avLst>
          </a:prstGeom>
          <a:solidFill>
            <a:schemeClr val="lt1"/>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a:solidFill>
                  <a:srgbClr val="1A1A1A"/>
                </a:solidFill>
                <a:latin typeface="Inter Medium"/>
                <a:ea typeface="Inter Medium"/>
                <a:cs typeface="Inter Medium"/>
                <a:sym typeface="Inter Medium"/>
              </a:rPr>
              <a:t>Thought one about something interesting</a:t>
            </a:r>
            <a:endParaRPr sz="2400">
              <a:solidFill>
                <a:srgbClr val="1A1A1A"/>
              </a:solidFill>
              <a:latin typeface="Inter Medium"/>
              <a:ea typeface="Inter Medium"/>
              <a:cs typeface="Inter Medium"/>
              <a:sym typeface="Inter Medium"/>
            </a:endParaRPr>
          </a:p>
        </p:txBody>
      </p:sp>
      <p:sp>
        <p:nvSpPr>
          <p:cNvPr id="199" name="Google Shape;199;p31"/>
          <p:cNvSpPr/>
          <p:nvPr/>
        </p:nvSpPr>
        <p:spPr>
          <a:xfrm>
            <a:off x="4741800" y="1375825"/>
            <a:ext cx="4173600" cy="3539100"/>
          </a:xfrm>
          <a:prstGeom prst="roundRect">
            <a:avLst>
              <a:gd name="adj" fmla="val 7021"/>
            </a:avLst>
          </a:prstGeom>
          <a:solidFill>
            <a:schemeClr val="lt1"/>
          </a:solidFill>
          <a:ln>
            <a:noFill/>
          </a:ln>
        </p:spPr>
        <p:txBody>
          <a:bodyPr spcFirstLastPara="1" wrap="square" lIns="274300" tIns="274300" rIns="274300" bIns="274300" anchor="t" anchorCtr="0">
            <a:noAutofit/>
          </a:bodyPr>
          <a:lstStyle/>
          <a:p>
            <a:pPr marL="0" lvl="0" indent="0" algn="l" rtl="0">
              <a:spcBef>
                <a:spcPts val="0"/>
              </a:spcBef>
              <a:spcAft>
                <a:spcPts val="0"/>
              </a:spcAft>
              <a:buClr>
                <a:schemeClr val="dk1"/>
              </a:buClr>
              <a:buSzPts val="1100"/>
              <a:buFont typeface="Arial"/>
              <a:buNone/>
            </a:pPr>
            <a:r>
              <a:rPr lang="en" sz="2400">
                <a:solidFill>
                  <a:srgbClr val="1A1A1A"/>
                </a:solidFill>
                <a:latin typeface="Inter Medium"/>
                <a:ea typeface="Inter Medium"/>
                <a:cs typeface="Inter Medium"/>
                <a:sym typeface="Inter Medium"/>
              </a:rPr>
              <a:t>Thought two about something interesting</a:t>
            </a:r>
            <a:endParaRPr sz="2400">
              <a:solidFill>
                <a:srgbClr val="1A1A1A"/>
              </a:solidFill>
              <a:latin typeface="Inter Medium"/>
              <a:ea typeface="Inter Medium"/>
              <a:cs typeface="Inter Medium"/>
              <a:sym typeface="Inter Medium"/>
            </a:endParaRPr>
          </a:p>
          <a:p>
            <a:pPr marL="0" lvl="0" indent="0" algn="ctr" rtl="0">
              <a:spcBef>
                <a:spcPts val="0"/>
              </a:spcBef>
              <a:spcAft>
                <a:spcPts val="0"/>
              </a:spcAft>
              <a:buNone/>
            </a:pP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24"/>
        <p:cNvGrpSpPr/>
        <p:nvPr/>
      </p:nvGrpSpPr>
      <p:grpSpPr>
        <a:xfrm>
          <a:off x="0" y="0"/>
          <a:ext cx="0" cy="0"/>
          <a:chOff x="0" y="0"/>
          <a:chExt cx="0" cy="0"/>
        </a:xfrm>
      </p:grpSpPr>
      <p:pic>
        <p:nvPicPr>
          <p:cNvPr id="225" name="Google Shape;225;p34"/>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26" name="Google Shape;226;p34"/>
          <p:cNvSpPr txBox="1">
            <a:spLocks noGrp="1"/>
          </p:cNvSpPr>
          <p:nvPr>
            <p:ph type="ctrTitle"/>
          </p:nvPr>
        </p:nvSpPr>
        <p:spPr>
          <a:xfrm>
            <a:off x="96875" y="510450"/>
            <a:ext cx="4079400" cy="5727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a:solidFill>
                  <a:srgbClr val="1A1A1A"/>
                </a:solidFill>
                <a:latin typeface="Inter ExtraBold"/>
                <a:ea typeface="Inter ExtraBold"/>
                <a:cs typeface="Inter ExtraBold"/>
                <a:sym typeface="Inter ExtraBold"/>
              </a:rPr>
              <a:t>What?</a:t>
            </a:r>
            <a:endParaRPr>
              <a:solidFill>
                <a:srgbClr val="1A1A1A"/>
              </a:solidFill>
              <a:latin typeface="Inter ExtraBold"/>
              <a:ea typeface="Inter ExtraBold"/>
              <a:cs typeface="Inter ExtraBold"/>
              <a:sym typeface="Inter ExtraBold"/>
            </a:endParaRPr>
          </a:p>
          <a:p>
            <a:pPr marL="0" lvl="0" indent="0" algn="l" rtl="0">
              <a:lnSpc>
                <a:spcPct val="90000"/>
              </a:lnSpc>
              <a:spcBef>
                <a:spcPts val="0"/>
              </a:spcBef>
              <a:spcAft>
                <a:spcPts val="0"/>
              </a:spcAft>
              <a:buNone/>
            </a:pPr>
            <a:r>
              <a:rPr lang="en">
                <a:solidFill>
                  <a:srgbClr val="1A1A1A"/>
                </a:solidFill>
                <a:latin typeface="Inter ExtraBold"/>
                <a:ea typeface="Inter ExtraBold"/>
                <a:cs typeface="Inter ExtraBold"/>
                <a:sym typeface="Inter ExtraBold"/>
              </a:rPr>
              <a:t>A scalable product</a:t>
            </a:r>
            <a:endParaRPr>
              <a:solidFill>
                <a:srgbClr val="1A1A1A"/>
              </a:solidFill>
              <a:latin typeface="Inter ExtraBold"/>
              <a:ea typeface="Inter ExtraBold"/>
              <a:cs typeface="Inter ExtraBold"/>
              <a:sym typeface="Inter ExtraBold"/>
            </a:endParaRPr>
          </a:p>
        </p:txBody>
      </p:sp>
      <p:sp>
        <p:nvSpPr>
          <p:cNvPr id="227" name="Google Shape;227;p34"/>
          <p:cNvSpPr/>
          <p:nvPr/>
        </p:nvSpPr>
        <p:spPr>
          <a:xfrm>
            <a:off x="4510800" y="245700"/>
            <a:ext cx="4633200" cy="4897800"/>
          </a:xfrm>
          <a:prstGeom prst="snipRoundRect">
            <a:avLst>
              <a:gd name="adj1" fmla="val 6286"/>
              <a:gd name="adj2" fmla="val 0"/>
            </a:avLst>
          </a:prstGeom>
          <a:solidFill>
            <a:srgbClr val="FF8F60"/>
          </a:solidFill>
          <a:ln>
            <a:noFill/>
          </a:ln>
        </p:spPr>
        <p:txBody>
          <a:bodyPr spcFirstLastPara="1" wrap="square" lIns="274300" tIns="274300" rIns="274300" bIns="274300" anchor="t" anchorCtr="0">
            <a:noAutofit/>
          </a:bodyPr>
          <a:lstStyle/>
          <a:p>
            <a:pPr marL="0" lvl="0" indent="0" algn="l" rtl="0">
              <a:lnSpc>
                <a:spcPct val="90000"/>
              </a:lnSpc>
              <a:spcBef>
                <a:spcPts val="0"/>
              </a:spcBef>
              <a:spcAft>
                <a:spcPts val="0"/>
              </a:spcAft>
              <a:buNone/>
            </a:pPr>
            <a:r>
              <a:rPr lang="en" sz="2800">
                <a:solidFill>
                  <a:srgbClr val="1A1A1A"/>
                </a:solidFill>
                <a:latin typeface="Inter ExtraBold"/>
                <a:ea typeface="Inter ExtraBold"/>
                <a:cs typeface="Inter ExtraBold"/>
                <a:sym typeface="Inter ExtraBold"/>
              </a:rPr>
              <a:t>How? </a:t>
            </a:r>
            <a:endParaRPr sz="2800">
              <a:solidFill>
                <a:srgbClr val="1A1A1A"/>
              </a:solidFill>
              <a:latin typeface="Inter ExtraBold"/>
              <a:ea typeface="Inter ExtraBold"/>
              <a:cs typeface="Inter ExtraBold"/>
              <a:sym typeface="Inter ExtraBold"/>
            </a:endParaRPr>
          </a:p>
          <a:p>
            <a:pPr marL="0" lvl="0" indent="0" algn="l" rtl="0">
              <a:lnSpc>
                <a:spcPct val="90000"/>
              </a:lnSpc>
              <a:spcBef>
                <a:spcPts val="0"/>
              </a:spcBef>
              <a:spcAft>
                <a:spcPts val="0"/>
              </a:spcAft>
              <a:buNone/>
            </a:pPr>
            <a:r>
              <a:rPr lang="en" sz="2800">
                <a:solidFill>
                  <a:srgbClr val="1A1A1A"/>
                </a:solidFill>
                <a:latin typeface="Inter ExtraBold"/>
                <a:ea typeface="Inter ExtraBold"/>
                <a:cs typeface="Inter ExtraBold"/>
                <a:sym typeface="Inter ExtraBold"/>
              </a:rPr>
              <a:t>Great team, step by step</a:t>
            </a:r>
            <a:endParaRPr sz="2800">
              <a:solidFill>
                <a:srgbClr val="1A1A1A"/>
              </a:solidFill>
              <a:latin typeface="Inter ExtraBold"/>
              <a:ea typeface="Inter ExtraBold"/>
              <a:cs typeface="Inter ExtraBold"/>
              <a:sym typeface="Inter ExtraBold"/>
            </a:endParaRPr>
          </a:p>
          <a:p>
            <a:pPr marL="0" lvl="0" indent="0" algn="ctr" rtl="0">
              <a:spcBef>
                <a:spcPts val="0"/>
              </a:spcBef>
              <a:spcAft>
                <a:spcPts val="0"/>
              </a:spcAft>
              <a:buNone/>
            </a:pPr>
            <a:endParaRPr/>
          </a:p>
        </p:txBody>
      </p:sp>
      <p:sp>
        <p:nvSpPr>
          <p:cNvPr id="228" name="Google Shape;228;p34"/>
          <p:cNvSpPr txBox="1"/>
          <p:nvPr/>
        </p:nvSpPr>
        <p:spPr>
          <a:xfrm>
            <a:off x="240850" y="2448100"/>
            <a:ext cx="3985200" cy="24678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Clr>
                <a:schemeClr val="dk1"/>
              </a:buClr>
              <a:buSzPts val="1100"/>
              <a:buFont typeface="Arial"/>
              <a:buNone/>
            </a:pPr>
            <a:r>
              <a:rPr lang="en" sz="1600">
                <a:solidFill>
                  <a:srgbClr val="1A1A1A"/>
                </a:solidFill>
                <a:latin typeface="Inter"/>
                <a:ea typeface="Inter"/>
                <a:cs typeface="Inter"/>
                <a:sym typeface="Inter"/>
              </a:rPr>
              <a:t>Smaller text if you need it</a:t>
            </a:r>
            <a:endParaRPr sz="1600">
              <a:solidFill>
                <a:srgbClr val="1A1A1A"/>
              </a:solidFill>
              <a:latin typeface="Inter"/>
              <a:ea typeface="Inter"/>
              <a:cs typeface="Inter"/>
              <a:sym typeface="Inter"/>
            </a:endParaRPr>
          </a:p>
        </p:txBody>
      </p:sp>
      <p:sp>
        <p:nvSpPr>
          <p:cNvPr id="229" name="Google Shape;229;p34"/>
          <p:cNvSpPr txBox="1"/>
          <p:nvPr/>
        </p:nvSpPr>
        <p:spPr>
          <a:xfrm>
            <a:off x="4834800" y="2448075"/>
            <a:ext cx="3985200" cy="24678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600">
                <a:solidFill>
                  <a:srgbClr val="1A1A1A"/>
                </a:solidFill>
                <a:latin typeface="Inter"/>
                <a:ea typeface="Inter"/>
                <a:cs typeface="Inter"/>
                <a:sym typeface="Inter"/>
              </a:rPr>
              <a:t>Smaller text if you need it</a:t>
            </a:r>
            <a:endParaRPr sz="1600">
              <a:solidFill>
                <a:srgbClr val="1A1A1A"/>
              </a:solidFill>
              <a:latin typeface="Inter"/>
              <a:ea typeface="Inter"/>
              <a:cs typeface="Inter"/>
              <a:sym typeface="Inte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45"/>
        <p:cNvGrpSpPr/>
        <p:nvPr/>
      </p:nvGrpSpPr>
      <p:grpSpPr>
        <a:xfrm>
          <a:off x="0" y="0"/>
          <a:ext cx="0" cy="0"/>
          <a:chOff x="0" y="0"/>
          <a:chExt cx="0" cy="0"/>
        </a:xfrm>
      </p:grpSpPr>
      <p:pic>
        <p:nvPicPr>
          <p:cNvPr id="246" name="Google Shape;246;p37"/>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47" name="Google Shape;247;p37"/>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Points</a:t>
            </a:r>
            <a:endParaRPr sz="4000">
              <a:solidFill>
                <a:srgbClr val="1A1A1A"/>
              </a:solidFill>
              <a:latin typeface="Inter ExtraBold"/>
              <a:ea typeface="Inter ExtraBold"/>
              <a:cs typeface="Inter ExtraBold"/>
              <a:sym typeface="Inter ExtraBold"/>
            </a:endParaRPr>
          </a:p>
        </p:txBody>
      </p:sp>
      <p:sp>
        <p:nvSpPr>
          <p:cNvPr id="248" name="Google Shape;248;p37"/>
          <p:cNvSpPr/>
          <p:nvPr/>
        </p:nvSpPr>
        <p:spPr>
          <a:xfrm>
            <a:off x="228600" y="1225375"/>
            <a:ext cx="8686800" cy="36894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457200" lvl="0" indent="-355600" algn="l" rtl="0">
              <a:lnSpc>
                <a:spcPct val="115000"/>
              </a:lnSpc>
              <a:spcBef>
                <a:spcPts val="0"/>
              </a:spcBef>
              <a:spcAft>
                <a:spcPts val="0"/>
              </a:spcAft>
              <a:buSzPts val="2000"/>
              <a:buFont typeface="Inter"/>
              <a:buAutoNum type="arabicPeriod"/>
            </a:pPr>
            <a:r>
              <a:rPr lang="en" sz="2000">
                <a:solidFill>
                  <a:schemeClr val="dk1"/>
                </a:solidFill>
                <a:latin typeface="Inter"/>
                <a:ea typeface="Inter"/>
                <a:cs typeface="Inter"/>
                <a:sym typeface="Inter"/>
              </a:rPr>
              <a:t>Point one</a:t>
            </a:r>
            <a:endParaRPr sz="2000">
              <a:solidFill>
                <a:schemeClr val="dk1"/>
              </a:solidFill>
              <a:latin typeface="Inter"/>
              <a:ea typeface="Inter"/>
              <a:cs typeface="Inter"/>
              <a:sym typeface="Inter"/>
            </a:endParaRPr>
          </a:p>
          <a:p>
            <a:pPr marL="457200" lvl="0" indent="-355600" algn="l" rtl="0">
              <a:lnSpc>
                <a:spcPct val="115000"/>
              </a:lnSpc>
              <a:spcBef>
                <a:spcPts val="0"/>
              </a:spcBef>
              <a:spcAft>
                <a:spcPts val="0"/>
              </a:spcAft>
              <a:buClr>
                <a:schemeClr val="dk1"/>
              </a:buClr>
              <a:buSzPts val="2000"/>
              <a:buFont typeface="Inter"/>
              <a:buAutoNum type="arabicPeriod"/>
            </a:pPr>
            <a:r>
              <a:rPr lang="en" sz="2000">
                <a:solidFill>
                  <a:schemeClr val="dk1"/>
                </a:solidFill>
                <a:latin typeface="Inter"/>
                <a:ea typeface="Inter"/>
                <a:cs typeface="Inter"/>
                <a:sym typeface="Inter"/>
              </a:rPr>
              <a:t>Point two</a:t>
            </a:r>
            <a:endParaRPr sz="2000">
              <a:solidFill>
                <a:schemeClr val="dk1"/>
              </a:solidFill>
              <a:latin typeface="Inter"/>
              <a:ea typeface="Inter"/>
              <a:cs typeface="Inter"/>
              <a:sym typeface="Inter"/>
            </a:endParaRPr>
          </a:p>
          <a:p>
            <a:pPr marL="457200" lvl="0" indent="-355600" algn="l" rtl="0">
              <a:lnSpc>
                <a:spcPct val="115000"/>
              </a:lnSpc>
              <a:spcBef>
                <a:spcPts val="0"/>
              </a:spcBef>
              <a:spcAft>
                <a:spcPts val="0"/>
              </a:spcAft>
              <a:buClr>
                <a:schemeClr val="dk1"/>
              </a:buClr>
              <a:buSzPts val="2000"/>
              <a:buFont typeface="Inter"/>
              <a:buAutoNum type="arabicPeriod"/>
            </a:pPr>
            <a:r>
              <a:rPr lang="en" sz="2000">
                <a:solidFill>
                  <a:schemeClr val="dk1"/>
                </a:solidFill>
                <a:latin typeface="Inter"/>
                <a:ea typeface="Inter"/>
                <a:cs typeface="Inter"/>
                <a:sym typeface="Inter"/>
              </a:rPr>
              <a:t>Point three</a:t>
            </a:r>
            <a:endParaRPr sz="2000">
              <a:solidFill>
                <a:schemeClr val="dk1"/>
              </a:solidFill>
              <a:latin typeface="Inter"/>
              <a:ea typeface="Inter"/>
              <a:cs typeface="Inter"/>
              <a:sym typeface="Inter"/>
            </a:endParaRPr>
          </a:p>
          <a:p>
            <a:pPr marL="457200" lvl="0" indent="-355600" algn="l" rtl="0">
              <a:lnSpc>
                <a:spcPct val="115000"/>
              </a:lnSpc>
              <a:spcBef>
                <a:spcPts val="0"/>
              </a:spcBef>
              <a:spcAft>
                <a:spcPts val="0"/>
              </a:spcAft>
              <a:buClr>
                <a:schemeClr val="dk1"/>
              </a:buClr>
              <a:buSzPts val="2000"/>
              <a:buFont typeface="Inter"/>
              <a:buAutoNum type="arabicPeriod"/>
            </a:pPr>
            <a:r>
              <a:rPr lang="en" sz="2000">
                <a:solidFill>
                  <a:schemeClr val="dk1"/>
                </a:solidFill>
                <a:latin typeface="Inter"/>
                <a:ea typeface="Inter"/>
                <a:cs typeface="Inter"/>
                <a:sym typeface="Inter"/>
              </a:rPr>
              <a:t>Point four</a:t>
            </a:r>
            <a:endParaRPr sz="2000">
              <a:solidFill>
                <a:schemeClr val="dk1"/>
              </a:solidFill>
              <a:latin typeface="Inter"/>
              <a:ea typeface="Inter"/>
              <a:cs typeface="Inter"/>
              <a:sym typeface="Inte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52"/>
        <p:cNvGrpSpPr/>
        <p:nvPr/>
      </p:nvGrpSpPr>
      <p:grpSpPr>
        <a:xfrm>
          <a:off x="0" y="0"/>
          <a:ext cx="0" cy="0"/>
          <a:chOff x="0" y="0"/>
          <a:chExt cx="0" cy="0"/>
        </a:xfrm>
      </p:grpSpPr>
      <p:pic>
        <p:nvPicPr>
          <p:cNvPr id="253" name="Google Shape;253;p38"/>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54" name="Google Shape;254;p38"/>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Some data</a:t>
            </a:r>
            <a:endParaRPr sz="4000">
              <a:solidFill>
                <a:srgbClr val="1A1A1A"/>
              </a:solidFill>
              <a:latin typeface="Inter ExtraBold"/>
              <a:ea typeface="Inter ExtraBold"/>
              <a:cs typeface="Inter ExtraBold"/>
              <a:sym typeface="Inter ExtraBold"/>
            </a:endParaRPr>
          </a:p>
        </p:txBody>
      </p:sp>
      <p:sp>
        <p:nvSpPr>
          <p:cNvPr id="255" name="Google Shape;255;p38"/>
          <p:cNvSpPr/>
          <p:nvPr/>
        </p:nvSpPr>
        <p:spPr>
          <a:xfrm>
            <a:off x="3520800" y="1542700"/>
            <a:ext cx="1584600" cy="2488500"/>
          </a:xfrm>
          <a:prstGeom prst="roundRect">
            <a:avLst>
              <a:gd name="adj" fmla="val 5246"/>
            </a:avLst>
          </a:prstGeom>
          <a:gradFill>
            <a:gsLst>
              <a:gs pos="0">
                <a:srgbClr val="FF8F60"/>
              </a:gs>
              <a:gs pos="100000">
                <a:srgbClr val="E96E3A"/>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6" name="Google Shape;256;p38"/>
          <p:cNvSpPr txBox="1">
            <a:spLocks noGrp="1"/>
          </p:cNvSpPr>
          <p:nvPr>
            <p:ph type="subTitle" idx="1"/>
          </p:nvPr>
        </p:nvSpPr>
        <p:spPr>
          <a:xfrm>
            <a:off x="139800" y="1149175"/>
            <a:ext cx="29937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Some caption</a:t>
            </a:r>
            <a:endParaRPr sz="1600">
              <a:solidFill>
                <a:schemeClr val="dk1"/>
              </a:solidFill>
              <a:latin typeface="Inter"/>
              <a:ea typeface="Inter"/>
              <a:cs typeface="Inter"/>
              <a:sym typeface="Inter"/>
            </a:endParaRPr>
          </a:p>
        </p:txBody>
      </p:sp>
      <p:sp>
        <p:nvSpPr>
          <p:cNvPr id="257" name="Google Shape;257;p38"/>
          <p:cNvSpPr txBox="1">
            <a:spLocks noGrp="1"/>
          </p:cNvSpPr>
          <p:nvPr>
            <p:ph type="subTitle" idx="2"/>
          </p:nvPr>
        </p:nvSpPr>
        <p:spPr>
          <a:xfrm>
            <a:off x="3520800" y="4618487"/>
            <a:ext cx="1584600" cy="2463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1600">
                <a:solidFill>
                  <a:schemeClr val="dk1"/>
                </a:solidFill>
                <a:latin typeface="Inter SemiBold"/>
                <a:ea typeface="Inter SemiBold"/>
                <a:cs typeface="Inter SemiBold"/>
                <a:sym typeface="Inter SemiBold"/>
              </a:rPr>
              <a:t>Data 1</a:t>
            </a:r>
            <a:endParaRPr sz="1600">
              <a:solidFill>
                <a:schemeClr val="dk1"/>
              </a:solidFill>
              <a:latin typeface="Inter SemiBold"/>
              <a:ea typeface="Inter SemiBold"/>
              <a:cs typeface="Inter SemiBold"/>
              <a:sym typeface="Inter SemiBold"/>
            </a:endParaRPr>
          </a:p>
        </p:txBody>
      </p:sp>
      <p:sp>
        <p:nvSpPr>
          <p:cNvPr id="258" name="Google Shape;258;p38"/>
          <p:cNvSpPr txBox="1">
            <a:spLocks noGrp="1"/>
          </p:cNvSpPr>
          <p:nvPr>
            <p:ph type="subTitle" idx="3"/>
          </p:nvPr>
        </p:nvSpPr>
        <p:spPr>
          <a:xfrm>
            <a:off x="3520800" y="4125875"/>
            <a:ext cx="1584600" cy="492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Clr>
                <a:schemeClr val="dk1"/>
              </a:buClr>
              <a:buSzPts val="1100"/>
              <a:buFont typeface="Arial"/>
              <a:buNone/>
            </a:pPr>
            <a:r>
              <a:rPr lang="en" sz="3200">
                <a:solidFill>
                  <a:schemeClr val="dk1"/>
                </a:solidFill>
                <a:latin typeface="Inter SemiBold"/>
                <a:ea typeface="Inter SemiBold"/>
                <a:cs typeface="Inter SemiBold"/>
                <a:sym typeface="Inter SemiBold"/>
              </a:rPr>
              <a:t>60%</a:t>
            </a:r>
            <a:endParaRPr sz="3200">
              <a:solidFill>
                <a:schemeClr val="dk1"/>
              </a:solidFill>
              <a:latin typeface="Inter SemiBold"/>
              <a:ea typeface="Inter SemiBold"/>
              <a:cs typeface="Inter SemiBold"/>
              <a:sym typeface="Inter SemiBold"/>
            </a:endParaRPr>
          </a:p>
        </p:txBody>
      </p:sp>
      <p:sp>
        <p:nvSpPr>
          <p:cNvPr id="259" name="Google Shape;259;p38"/>
          <p:cNvSpPr/>
          <p:nvPr/>
        </p:nvSpPr>
        <p:spPr>
          <a:xfrm>
            <a:off x="5425800" y="2669500"/>
            <a:ext cx="1584600" cy="1361700"/>
          </a:xfrm>
          <a:prstGeom prst="roundRect">
            <a:avLst>
              <a:gd name="adj" fmla="val 5246"/>
            </a:avLst>
          </a:prstGeom>
          <a:gradFill>
            <a:gsLst>
              <a:gs pos="0">
                <a:srgbClr val="FF8F60"/>
              </a:gs>
              <a:gs pos="100000">
                <a:srgbClr val="E96E3A"/>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0" name="Google Shape;260;p38"/>
          <p:cNvSpPr txBox="1">
            <a:spLocks noGrp="1"/>
          </p:cNvSpPr>
          <p:nvPr>
            <p:ph type="subTitle" idx="4"/>
          </p:nvPr>
        </p:nvSpPr>
        <p:spPr>
          <a:xfrm>
            <a:off x="5425800" y="4618487"/>
            <a:ext cx="1584600" cy="2463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1600">
                <a:solidFill>
                  <a:schemeClr val="dk1"/>
                </a:solidFill>
                <a:latin typeface="Inter SemiBold"/>
                <a:ea typeface="Inter SemiBold"/>
                <a:cs typeface="Inter SemiBold"/>
                <a:sym typeface="Inter SemiBold"/>
              </a:rPr>
              <a:t>Data 2</a:t>
            </a:r>
            <a:endParaRPr sz="1600">
              <a:solidFill>
                <a:schemeClr val="dk1"/>
              </a:solidFill>
              <a:latin typeface="Inter SemiBold"/>
              <a:ea typeface="Inter SemiBold"/>
              <a:cs typeface="Inter SemiBold"/>
              <a:sym typeface="Inter SemiBold"/>
            </a:endParaRPr>
          </a:p>
        </p:txBody>
      </p:sp>
      <p:sp>
        <p:nvSpPr>
          <p:cNvPr id="261" name="Google Shape;261;p38"/>
          <p:cNvSpPr txBox="1">
            <a:spLocks noGrp="1"/>
          </p:cNvSpPr>
          <p:nvPr>
            <p:ph type="subTitle" idx="5"/>
          </p:nvPr>
        </p:nvSpPr>
        <p:spPr>
          <a:xfrm>
            <a:off x="5425800" y="4125875"/>
            <a:ext cx="1584600" cy="492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3200">
                <a:solidFill>
                  <a:schemeClr val="dk1"/>
                </a:solidFill>
                <a:latin typeface="Inter SemiBold"/>
                <a:ea typeface="Inter SemiBold"/>
                <a:cs typeface="Inter SemiBold"/>
                <a:sym typeface="Inter SemiBold"/>
              </a:rPr>
              <a:t>30%</a:t>
            </a:r>
            <a:endParaRPr sz="3200">
              <a:solidFill>
                <a:schemeClr val="dk1"/>
              </a:solidFill>
              <a:latin typeface="Inter SemiBold"/>
              <a:ea typeface="Inter SemiBold"/>
              <a:cs typeface="Inter SemiBold"/>
              <a:sym typeface="Inter SemiBold"/>
            </a:endParaRPr>
          </a:p>
        </p:txBody>
      </p:sp>
      <p:sp>
        <p:nvSpPr>
          <p:cNvPr id="262" name="Google Shape;262;p38"/>
          <p:cNvSpPr/>
          <p:nvPr/>
        </p:nvSpPr>
        <p:spPr>
          <a:xfrm>
            <a:off x="7330800" y="3600100"/>
            <a:ext cx="1584600" cy="431100"/>
          </a:xfrm>
          <a:prstGeom prst="roundRect">
            <a:avLst>
              <a:gd name="adj" fmla="val 5246"/>
            </a:avLst>
          </a:prstGeom>
          <a:gradFill>
            <a:gsLst>
              <a:gs pos="0">
                <a:srgbClr val="FF8F60"/>
              </a:gs>
              <a:gs pos="100000">
                <a:srgbClr val="E96E3A"/>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3" name="Google Shape;263;p38"/>
          <p:cNvSpPr txBox="1">
            <a:spLocks noGrp="1"/>
          </p:cNvSpPr>
          <p:nvPr>
            <p:ph type="subTitle" idx="6"/>
          </p:nvPr>
        </p:nvSpPr>
        <p:spPr>
          <a:xfrm>
            <a:off x="7330800" y="4618487"/>
            <a:ext cx="1584600" cy="2463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1600">
                <a:solidFill>
                  <a:schemeClr val="dk1"/>
                </a:solidFill>
                <a:latin typeface="Inter SemiBold"/>
                <a:ea typeface="Inter SemiBold"/>
                <a:cs typeface="Inter SemiBold"/>
                <a:sym typeface="Inter SemiBold"/>
              </a:rPr>
              <a:t>Data 3</a:t>
            </a:r>
            <a:endParaRPr sz="1600">
              <a:solidFill>
                <a:schemeClr val="dk1"/>
              </a:solidFill>
              <a:latin typeface="Inter SemiBold"/>
              <a:ea typeface="Inter SemiBold"/>
              <a:cs typeface="Inter SemiBold"/>
              <a:sym typeface="Inter SemiBold"/>
            </a:endParaRPr>
          </a:p>
        </p:txBody>
      </p:sp>
      <p:sp>
        <p:nvSpPr>
          <p:cNvPr id="264" name="Google Shape;264;p38"/>
          <p:cNvSpPr txBox="1">
            <a:spLocks noGrp="1"/>
          </p:cNvSpPr>
          <p:nvPr>
            <p:ph type="subTitle" idx="7"/>
          </p:nvPr>
        </p:nvSpPr>
        <p:spPr>
          <a:xfrm>
            <a:off x="7330800" y="4125875"/>
            <a:ext cx="1584600" cy="492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3200">
                <a:solidFill>
                  <a:schemeClr val="dk1"/>
                </a:solidFill>
                <a:latin typeface="Inter SemiBold"/>
                <a:ea typeface="Inter SemiBold"/>
                <a:cs typeface="Inter SemiBold"/>
                <a:sym typeface="Inter SemiBold"/>
              </a:rPr>
              <a:t>10%</a:t>
            </a:r>
            <a:endParaRPr sz="3200">
              <a:solidFill>
                <a:schemeClr val="dk1"/>
              </a:solidFill>
              <a:latin typeface="Inter SemiBold"/>
              <a:ea typeface="Inter SemiBold"/>
              <a:cs typeface="Inter SemiBold"/>
              <a:sym typeface="Inter SemiBold"/>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75"/>
        <p:cNvGrpSpPr/>
        <p:nvPr/>
      </p:nvGrpSpPr>
      <p:grpSpPr>
        <a:xfrm>
          <a:off x="0" y="0"/>
          <a:ext cx="0" cy="0"/>
          <a:chOff x="0" y="0"/>
          <a:chExt cx="0" cy="0"/>
        </a:xfrm>
      </p:grpSpPr>
      <p:sp>
        <p:nvSpPr>
          <p:cNvPr id="276" name="Google Shape;276;p40"/>
          <p:cNvSpPr txBox="1">
            <a:spLocks noGrp="1"/>
          </p:cNvSpPr>
          <p:nvPr>
            <p:ph type="ctrTitle"/>
          </p:nvPr>
        </p:nvSpPr>
        <p:spPr>
          <a:xfrm>
            <a:off x="311713" y="1938075"/>
            <a:ext cx="8520600" cy="923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4800">
                <a:solidFill>
                  <a:srgbClr val="1A1A1A"/>
                </a:solidFill>
                <a:latin typeface="Inter ExtraBold"/>
                <a:ea typeface="Inter ExtraBold"/>
                <a:cs typeface="Inter ExtraBold"/>
                <a:sym typeface="Inter ExtraBold"/>
              </a:rPr>
              <a:t>Additional assets ↓</a:t>
            </a:r>
            <a:endParaRPr sz="4800">
              <a:solidFill>
                <a:srgbClr val="1A1A1A"/>
              </a:solidFill>
              <a:latin typeface="Inter ExtraBold"/>
              <a:ea typeface="Inter ExtraBold"/>
              <a:cs typeface="Inter ExtraBold"/>
              <a:sym typeface="Inter ExtraBold"/>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80"/>
        <p:cNvGrpSpPr/>
        <p:nvPr/>
      </p:nvGrpSpPr>
      <p:grpSpPr>
        <a:xfrm>
          <a:off x="0" y="0"/>
          <a:ext cx="0" cy="0"/>
          <a:chOff x="0" y="0"/>
          <a:chExt cx="0" cy="0"/>
        </a:xfrm>
      </p:grpSpPr>
      <p:sp>
        <p:nvSpPr>
          <p:cNvPr id="281" name="Google Shape;281;p41"/>
          <p:cNvSpPr txBox="1">
            <a:spLocks noGrp="1"/>
          </p:cNvSpPr>
          <p:nvPr>
            <p:ph type="ctrTitle"/>
          </p:nvPr>
        </p:nvSpPr>
        <p:spPr>
          <a:xfrm>
            <a:off x="311713" y="1881450"/>
            <a:ext cx="8520600" cy="923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4800" u="sng">
                <a:solidFill>
                  <a:srgbClr val="1A1A1A"/>
                </a:solidFill>
                <a:latin typeface="Inter ExtraBold"/>
                <a:ea typeface="Inter ExtraBold"/>
                <a:cs typeface="Inter ExtraBold"/>
                <a:sym typeface="Inter ExtraBold"/>
                <a:hlinkClick r:id="rId3">
                  <a:extLst>
                    <a:ext uri="{A12FA001-AC4F-418D-AE19-62706E023703}">
                      <ahyp:hlinkClr xmlns:ahyp="http://schemas.microsoft.com/office/drawing/2018/hyperlinkcolor" val="tx"/>
                    </a:ext>
                  </a:extLst>
                </a:hlinkClick>
              </a:rPr>
              <a:t>Our photo stock</a:t>
            </a:r>
            <a:endParaRPr sz="4800">
              <a:solidFill>
                <a:srgbClr val="1A1A1A"/>
              </a:solidFill>
              <a:latin typeface="Inter ExtraBold"/>
              <a:ea typeface="Inter ExtraBold"/>
              <a:cs typeface="Inter ExtraBold"/>
              <a:sym typeface="Inter ExtraBold"/>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85"/>
        <p:cNvGrpSpPr/>
        <p:nvPr/>
      </p:nvGrpSpPr>
      <p:grpSpPr>
        <a:xfrm>
          <a:off x="0" y="0"/>
          <a:ext cx="0" cy="0"/>
          <a:chOff x="0" y="0"/>
          <a:chExt cx="0" cy="0"/>
        </a:xfrm>
      </p:grpSpPr>
      <p:sp>
        <p:nvSpPr>
          <p:cNvPr id="286" name="Google Shape;286;p42"/>
          <p:cNvSpPr txBox="1"/>
          <p:nvPr/>
        </p:nvSpPr>
        <p:spPr>
          <a:xfrm>
            <a:off x="250650" y="250650"/>
            <a:ext cx="72942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Our emoji! You can add them to headings or cards.</a:t>
            </a:r>
            <a:endParaRPr sz="1600">
              <a:solidFill>
                <a:schemeClr val="dk2"/>
              </a:solidFill>
            </a:endParaRPr>
          </a:p>
          <a:p>
            <a:pPr marL="0" lvl="0" indent="0" algn="l" rtl="0">
              <a:spcBef>
                <a:spcPts val="0"/>
              </a:spcBef>
              <a:spcAft>
                <a:spcPts val="0"/>
              </a:spcAft>
              <a:buNone/>
            </a:pPr>
            <a:r>
              <a:rPr lang="en" sz="1600">
                <a:solidFill>
                  <a:schemeClr val="dk2"/>
                </a:solidFill>
              </a:rPr>
              <a:t>When using with headings, make it the same size as the heading text.</a:t>
            </a:r>
            <a:endParaRPr sz="1600">
              <a:solidFill>
                <a:schemeClr val="dk2"/>
              </a:solidFill>
            </a:endParaRPr>
          </a:p>
        </p:txBody>
      </p:sp>
      <p:pic>
        <p:nvPicPr>
          <p:cNvPr id="287" name="Google Shape;287;p42"/>
          <p:cNvPicPr preferRelativeResize="0"/>
          <p:nvPr/>
        </p:nvPicPr>
        <p:blipFill>
          <a:blip r:embed="rId3">
            <a:alphaModFix/>
          </a:blip>
          <a:stretch>
            <a:fillRect/>
          </a:stretch>
        </p:blipFill>
        <p:spPr>
          <a:xfrm>
            <a:off x="229925" y="969629"/>
            <a:ext cx="645459" cy="645201"/>
          </a:xfrm>
          <a:prstGeom prst="rect">
            <a:avLst/>
          </a:prstGeom>
          <a:noFill/>
          <a:ln>
            <a:noFill/>
          </a:ln>
        </p:spPr>
      </p:pic>
      <p:pic>
        <p:nvPicPr>
          <p:cNvPr id="288" name="Google Shape;288;p42"/>
          <p:cNvPicPr preferRelativeResize="0"/>
          <p:nvPr/>
        </p:nvPicPr>
        <p:blipFill>
          <a:blip r:embed="rId4">
            <a:alphaModFix/>
          </a:blip>
          <a:stretch>
            <a:fillRect/>
          </a:stretch>
        </p:blipFill>
        <p:spPr>
          <a:xfrm>
            <a:off x="1569341" y="969629"/>
            <a:ext cx="645459" cy="645201"/>
          </a:xfrm>
          <a:prstGeom prst="rect">
            <a:avLst/>
          </a:prstGeom>
          <a:noFill/>
          <a:ln>
            <a:noFill/>
          </a:ln>
        </p:spPr>
      </p:pic>
      <p:pic>
        <p:nvPicPr>
          <p:cNvPr id="289" name="Google Shape;289;p42"/>
          <p:cNvPicPr preferRelativeResize="0"/>
          <p:nvPr/>
        </p:nvPicPr>
        <p:blipFill>
          <a:blip r:embed="rId5">
            <a:alphaModFix/>
          </a:blip>
          <a:stretch>
            <a:fillRect/>
          </a:stretch>
        </p:blipFill>
        <p:spPr>
          <a:xfrm>
            <a:off x="899633" y="969629"/>
            <a:ext cx="645459" cy="645201"/>
          </a:xfrm>
          <a:prstGeom prst="rect">
            <a:avLst/>
          </a:prstGeom>
          <a:noFill/>
          <a:ln>
            <a:noFill/>
          </a:ln>
        </p:spPr>
      </p:pic>
      <p:pic>
        <p:nvPicPr>
          <p:cNvPr id="290" name="Google Shape;290;p42"/>
          <p:cNvPicPr preferRelativeResize="0"/>
          <p:nvPr/>
        </p:nvPicPr>
        <p:blipFill>
          <a:blip r:embed="rId6">
            <a:alphaModFix/>
          </a:blip>
          <a:stretch>
            <a:fillRect/>
          </a:stretch>
        </p:blipFill>
        <p:spPr>
          <a:xfrm>
            <a:off x="8224578" y="4314429"/>
            <a:ext cx="645459" cy="645201"/>
          </a:xfrm>
          <a:prstGeom prst="rect">
            <a:avLst/>
          </a:prstGeom>
          <a:noFill/>
          <a:ln>
            <a:noFill/>
          </a:ln>
        </p:spPr>
      </p:pic>
      <p:pic>
        <p:nvPicPr>
          <p:cNvPr id="291" name="Google Shape;291;p42"/>
          <p:cNvPicPr preferRelativeResize="0"/>
          <p:nvPr/>
        </p:nvPicPr>
        <p:blipFill>
          <a:blip r:embed="rId7">
            <a:alphaModFix/>
          </a:blip>
          <a:stretch>
            <a:fillRect/>
          </a:stretch>
        </p:blipFill>
        <p:spPr>
          <a:xfrm>
            <a:off x="7558357" y="4314429"/>
            <a:ext cx="645459" cy="645201"/>
          </a:xfrm>
          <a:prstGeom prst="rect">
            <a:avLst/>
          </a:prstGeom>
          <a:noFill/>
          <a:ln>
            <a:noFill/>
          </a:ln>
        </p:spPr>
      </p:pic>
      <p:pic>
        <p:nvPicPr>
          <p:cNvPr id="292" name="Google Shape;292;p42"/>
          <p:cNvPicPr preferRelativeResize="0"/>
          <p:nvPr/>
        </p:nvPicPr>
        <p:blipFill>
          <a:blip r:embed="rId8">
            <a:alphaModFix/>
          </a:blip>
          <a:stretch>
            <a:fillRect/>
          </a:stretch>
        </p:blipFill>
        <p:spPr>
          <a:xfrm>
            <a:off x="6892136" y="4314429"/>
            <a:ext cx="645459" cy="645201"/>
          </a:xfrm>
          <a:prstGeom prst="rect">
            <a:avLst/>
          </a:prstGeom>
          <a:noFill/>
          <a:ln>
            <a:noFill/>
          </a:ln>
        </p:spPr>
      </p:pic>
      <p:pic>
        <p:nvPicPr>
          <p:cNvPr id="293" name="Google Shape;293;p42"/>
          <p:cNvPicPr preferRelativeResize="0"/>
          <p:nvPr/>
        </p:nvPicPr>
        <p:blipFill>
          <a:blip r:embed="rId9">
            <a:alphaModFix/>
          </a:blip>
          <a:stretch>
            <a:fillRect/>
          </a:stretch>
        </p:blipFill>
        <p:spPr>
          <a:xfrm>
            <a:off x="6225915" y="4314429"/>
            <a:ext cx="645459" cy="645201"/>
          </a:xfrm>
          <a:prstGeom prst="rect">
            <a:avLst/>
          </a:prstGeom>
          <a:noFill/>
          <a:ln>
            <a:noFill/>
          </a:ln>
        </p:spPr>
      </p:pic>
      <p:pic>
        <p:nvPicPr>
          <p:cNvPr id="294" name="Google Shape;294;p42"/>
          <p:cNvPicPr preferRelativeResize="0"/>
          <p:nvPr/>
        </p:nvPicPr>
        <p:blipFill>
          <a:blip r:embed="rId10">
            <a:alphaModFix/>
          </a:blip>
          <a:stretch>
            <a:fillRect/>
          </a:stretch>
        </p:blipFill>
        <p:spPr>
          <a:xfrm>
            <a:off x="5559694" y="4314429"/>
            <a:ext cx="645459" cy="645201"/>
          </a:xfrm>
          <a:prstGeom prst="rect">
            <a:avLst/>
          </a:prstGeom>
          <a:noFill/>
          <a:ln>
            <a:noFill/>
          </a:ln>
        </p:spPr>
      </p:pic>
      <p:pic>
        <p:nvPicPr>
          <p:cNvPr id="295" name="Google Shape;295;p42"/>
          <p:cNvPicPr preferRelativeResize="0"/>
          <p:nvPr/>
        </p:nvPicPr>
        <p:blipFill>
          <a:blip r:embed="rId11">
            <a:alphaModFix/>
          </a:blip>
          <a:stretch>
            <a:fillRect/>
          </a:stretch>
        </p:blipFill>
        <p:spPr>
          <a:xfrm>
            <a:off x="4893473" y="4314429"/>
            <a:ext cx="645459" cy="645201"/>
          </a:xfrm>
          <a:prstGeom prst="rect">
            <a:avLst/>
          </a:prstGeom>
          <a:noFill/>
          <a:ln>
            <a:noFill/>
          </a:ln>
        </p:spPr>
      </p:pic>
      <p:pic>
        <p:nvPicPr>
          <p:cNvPr id="296" name="Google Shape;296;p42"/>
          <p:cNvPicPr preferRelativeResize="0"/>
          <p:nvPr/>
        </p:nvPicPr>
        <p:blipFill>
          <a:blip r:embed="rId12">
            <a:alphaModFix/>
          </a:blip>
          <a:stretch>
            <a:fillRect/>
          </a:stretch>
        </p:blipFill>
        <p:spPr>
          <a:xfrm>
            <a:off x="4227252" y="4314429"/>
            <a:ext cx="645459" cy="645201"/>
          </a:xfrm>
          <a:prstGeom prst="rect">
            <a:avLst/>
          </a:prstGeom>
          <a:noFill/>
          <a:ln>
            <a:noFill/>
          </a:ln>
        </p:spPr>
      </p:pic>
      <p:pic>
        <p:nvPicPr>
          <p:cNvPr id="297" name="Google Shape;297;p42"/>
          <p:cNvPicPr preferRelativeResize="0"/>
          <p:nvPr/>
        </p:nvPicPr>
        <p:blipFill>
          <a:blip r:embed="rId13">
            <a:alphaModFix/>
          </a:blip>
          <a:stretch>
            <a:fillRect/>
          </a:stretch>
        </p:blipFill>
        <p:spPr>
          <a:xfrm>
            <a:off x="3561031" y="4314429"/>
            <a:ext cx="645459" cy="645201"/>
          </a:xfrm>
          <a:prstGeom prst="rect">
            <a:avLst/>
          </a:prstGeom>
          <a:noFill/>
          <a:ln>
            <a:noFill/>
          </a:ln>
        </p:spPr>
      </p:pic>
      <p:pic>
        <p:nvPicPr>
          <p:cNvPr id="298" name="Google Shape;298;p42"/>
          <p:cNvPicPr preferRelativeResize="0"/>
          <p:nvPr/>
        </p:nvPicPr>
        <p:blipFill>
          <a:blip r:embed="rId14">
            <a:alphaModFix/>
          </a:blip>
          <a:stretch>
            <a:fillRect/>
          </a:stretch>
        </p:blipFill>
        <p:spPr>
          <a:xfrm>
            <a:off x="2894810" y="4314429"/>
            <a:ext cx="645459" cy="645201"/>
          </a:xfrm>
          <a:prstGeom prst="rect">
            <a:avLst/>
          </a:prstGeom>
          <a:noFill/>
          <a:ln>
            <a:noFill/>
          </a:ln>
        </p:spPr>
      </p:pic>
      <p:pic>
        <p:nvPicPr>
          <p:cNvPr id="299" name="Google Shape;299;p42"/>
          <p:cNvPicPr preferRelativeResize="0"/>
          <p:nvPr/>
        </p:nvPicPr>
        <p:blipFill>
          <a:blip r:embed="rId15">
            <a:alphaModFix/>
          </a:blip>
          <a:stretch>
            <a:fillRect/>
          </a:stretch>
        </p:blipFill>
        <p:spPr>
          <a:xfrm>
            <a:off x="2228589" y="4314429"/>
            <a:ext cx="645459" cy="645201"/>
          </a:xfrm>
          <a:prstGeom prst="rect">
            <a:avLst/>
          </a:prstGeom>
          <a:noFill/>
          <a:ln>
            <a:noFill/>
          </a:ln>
        </p:spPr>
      </p:pic>
      <p:pic>
        <p:nvPicPr>
          <p:cNvPr id="300" name="Google Shape;300;p42"/>
          <p:cNvPicPr preferRelativeResize="0"/>
          <p:nvPr/>
        </p:nvPicPr>
        <p:blipFill>
          <a:blip r:embed="rId16">
            <a:alphaModFix/>
          </a:blip>
          <a:stretch>
            <a:fillRect/>
          </a:stretch>
        </p:blipFill>
        <p:spPr>
          <a:xfrm>
            <a:off x="1562368" y="4314429"/>
            <a:ext cx="645459" cy="645201"/>
          </a:xfrm>
          <a:prstGeom prst="rect">
            <a:avLst/>
          </a:prstGeom>
          <a:noFill/>
          <a:ln>
            <a:noFill/>
          </a:ln>
        </p:spPr>
      </p:pic>
      <p:pic>
        <p:nvPicPr>
          <p:cNvPr id="301" name="Google Shape;301;p42"/>
          <p:cNvPicPr preferRelativeResize="0"/>
          <p:nvPr/>
        </p:nvPicPr>
        <p:blipFill>
          <a:blip r:embed="rId17">
            <a:alphaModFix/>
          </a:blip>
          <a:stretch>
            <a:fillRect/>
          </a:stretch>
        </p:blipFill>
        <p:spPr>
          <a:xfrm>
            <a:off x="896147" y="4314429"/>
            <a:ext cx="645459" cy="645201"/>
          </a:xfrm>
          <a:prstGeom prst="rect">
            <a:avLst/>
          </a:prstGeom>
          <a:noFill/>
          <a:ln>
            <a:noFill/>
          </a:ln>
        </p:spPr>
      </p:pic>
      <p:pic>
        <p:nvPicPr>
          <p:cNvPr id="302" name="Google Shape;302;p42"/>
          <p:cNvPicPr preferRelativeResize="0"/>
          <p:nvPr/>
        </p:nvPicPr>
        <p:blipFill>
          <a:blip r:embed="rId18">
            <a:alphaModFix/>
          </a:blip>
          <a:stretch>
            <a:fillRect/>
          </a:stretch>
        </p:blipFill>
        <p:spPr>
          <a:xfrm>
            <a:off x="229925" y="4314429"/>
            <a:ext cx="645459" cy="645201"/>
          </a:xfrm>
          <a:prstGeom prst="rect">
            <a:avLst/>
          </a:prstGeom>
          <a:noFill/>
          <a:ln>
            <a:noFill/>
          </a:ln>
        </p:spPr>
      </p:pic>
      <p:pic>
        <p:nvPicPr>
          <p:cNvPr id="303" name="Google Shape;303;p42"/>
          <p:cNvPicPr preferRelativeResize="0"/>
          <p:nvPr/>
        </p:nvPicPr>
        <p:blipFill>
          <a:blip r:embed="rId19">
            <a:alphaModFix/>
          </a:blip>
          <a:stretch>
            <a:fillRect/>
          </a:stretch>
        </p:blipFill>
        <p:spPr>
          <a:xfrm>
            <a:off x="8298096" y="3460892"/>
            <a:ext cx="645459" cy="645201"/>
          </a:xfrm>
          <a:prstGeom prst="rect">
            <a:avLst/>
          </a:prstGeom>
          <a:noFill/>
          <a:ln>
            <a:noFill/>
          </a:ln>
        </p:spPr>
      </p:pic>
      <p:pic>
        <p:nvPicPr>
          <p:cNvPr id="304" name="Google Shape;304;p42"/>
          <p:cNvPicPr preferRelativeResize="0"/>
          <p:nvPr/>
        </p:nvPicPr>
        <p:blipFill>
          <a:blip r:embed="rId20">
            <a:alphaModFix/>
          </a:blip>
          <a:stretch>
            <a:fillRect/>
          </a:stretch>
        </p:blipFill>
        <p:spPr>
          <a:xfrm>
            <a:off x="7625748" y="3460892"/>
            <a:ext cx="645459" cy="645201"/>
          </a:xfrm>
          <a:prstGeom prst="rect">
            <a:avLst/>
          </a:prstGeom>
          <a:noFill/>
          <a:ln>
            <a:noFill/>
          </a:ln>
        </p:spPr>
      </p:pic>
      <p:pic>
        <p:nvPicPr>
          <p:cNvPr id="305" name="Google Shape;305;p42"/>
          <p:cNvPicPr preferRelativeResize="0"/>
          <p:nvPr/>
        </p:nvPicPr>
        <p:blipFill>
          <a:blip r:embed="rId21">
            <a:alphaModFix/>
          </a:blip>
          <a:stretch>
            <a:fillRect/>
          </a:stretch>
        </p:blipFill>
        <p:spPr>
          <a:xfrm>
            <a:off x="6953400" y="3460892"/>
            <a:ext cx="645459" cy="645201"/>
          </a:xfrm>
          <a:prstGeom prst="rect">
            <a:avLst/>
          </a:prstGeom>
          <a:noFill/>
          <a:ln>
            <a:noFill/>
          </a:ln>
        </p:spPr>
      </p:pic>
      <p:pic>
        <p:nvPicPr>
          <p:cNvPr id="306" name="Google Shape;306;p42"/>
          <p:cNvPicPr preferRelativeResize="0"/>
          <p:nvPr/>
        </p:nvPicPr>
        <p:blipFill>
          <a:blip r:embed="rId22">
            <a:alphaModFix/>
          </a:blip>
          <a:stretch>
            <a:fillRect/>
          </a:stretch>
        </p:blipFill>
        <p:spPr>
          <a:xfrm>
            <a:off x="6281052" y="3460892"/>
            <a:ext cx="645459" cy="645201"/>
          </a:xfrm>
          <a:prstGeom prst="rect">
            <a:avLst/>
          </a:prstGeom>
          <a:noFill/>
          <a:ln>
            <a:noFill/>
          </a:ln>
        </p:spPr>
      </p:pic>
      <p:pic>
        <p:nvPicPr>
          <p:cNvPr id="307" name="Google Shape;307;p42"/>
          <p:cNvPicPr preferRelativeResize="0"/>
          <p:nvPr/>
        </p:nvPicPr>
        <p:blipFill>
          <a:blip r:embed="rId23">
            <a:alphaModFix/>
          </a:blip>
          <a:stretch>
            <a:fillRect/>
          </a:stretch>
        </p:blipFill>
        <p:spPr>
          <a:xfrm>
            <a:off x="5608704" y="3460892"/>
            <a:ext cx="645459" cy="645201"/>
          </a:xfrm>
          <a:prstGeom prst="rect">
            <a:avLst/>
          </a:prstGeom>
          <a:noFill/>
          <a:ln>
            <a:noFill/>
          </a:ln>
        </p:spPr>
      </p:pic>
      <p:pic>
        <p:nvPicPr>
          <p:cNvPr id="308" name="Google Shape;308;p42"/>
          <p:cNvPicPr preferRelativeResize="0"/>
          <p:nvPr/>
        </p:nvPicPr>
        <p:blipFill>
          <a:blip r:embed="rId24">
            <a:alphaModFix/>
          </a:blip>
          <a:stretch>
            <a:fillRect/>
          </a:stretch>
        </p:blipFill>
        <p:spPr>
          <a:xfrm>
            <a:off x="4936355" y="3460892"/>
            <a:ext cx="645459" cy="645201"/>
          </a:xfrm>
          <a:prstGeom prst="rect">
            <a:avLst/>
          </a:prstGeom>
          <a:noFill/>
          <a:ln>
            <a:noFill/>
          </a:ln>
        </p:spPr>
      </p:pic>
      <p:pic>
        <p:nvPicPr>
          <p:cNvPr id="309" name="Google Shape;309;p42"/>
          <p:cNvPicPr preferRelativeResize="0"/>
          <p:nvPr/>
        </p:nvPicPr>
        <p:blipFill>
          <a:blip r:embed="rId25">
            <a:alphaModFix/>
          </a:blip>
          <a:stretch>
            <a:fillRect/>
          </a:stretch>
        </p:blipFill>
        <p:spPr>
          <a:xfrm>
            <a:off x="4264007" y="3460892"/>
            <a:ext cx="645459" cy="645201"/>
          </a:xfrm>
          <a:prstGeom prst="rect">
            <a:avLst/>
          </a:prstGeom>
          <a:noFill/>
          <a:ln>
            <a:noFill/>
          </a:ln>
        </p:spPr>
      </p:pic>
      <p:pic>
        <p:nvPicPr>
          <p:cNvPr id="310" name="Google Shape;310;p42"/>
          <p:cNvPicPr preferRelativeResize="0"/>
          <p:nvPr/>
        </p:nvPicPr>
        <p:blipFill>
          <a:blip r:embed="rId26">
            <a:alphaModFix/>
          </a:blip>
          <a:stretch>
            <a:fillRect/>
          </a:stretch>
        </p:blipFill>
        <p:spPr>
          <a:xfrm>
            <a:off x="3591659" y="3460892"/>
            <a:ext cx="645459" cy="645201"/>
          </a:xfrm>
          <a:prstGeom prst="rect">
            <a:avLst/>
          </a:prstGeom>
          <a:noFill/>
          <a:ln>
            <a:noFill/>
          </a:ln>
        </p:spPr>
      </p:pic>
      <p:pic>
        <p:nvPicPr>
          <p:cNvPr id="311" name="Google Shape;311;p42"/>
          <p:cNvPicPr preferRelativeResize="0"/>
          <p:nvPr/>
        </p:nvPicPr>
        <p:blipFill>
          <a:blip r:embed="rId27">
            <a:alphaModFix/>
          </a:blip>
          <a:stretch>
            <a:fillRect/>
          </a:stretch>
        </p:blipFill>
        <p:spPr>
          <a:xfrm>
            <a:off x="2919311" y="3460892"/>
            <a:ext cx="645459" cy="645201"/>
          </a:xfrm>
          <a:prstGeom prst="rect">
            <a:avLst/>
          </a:prstGeom>
          <a:noFill/>
          <a:ln>
            <a:noFill/>
          </a:ln>
        </p:spPr>
      </p:pic>
      <p:pic>
        <p:nvPicPr>
          <p:cNvPr id="312" name="Google Shape;312;p42"/>
          <p:cNvPicPr preferRelativeResize="0"/>
          <p:nvPr/>
        </p:nvPicPr>
        <p:blipFill>
          <a:blip r:embed="rId28">
            <a:alphaModFix/>
          </a:blip>
          <a:stretch>
            <a:fillRect/>
          </a:stretch>
        </p:blipFill>
        <p:spPr>
          <a:xfrm>
            <a:off x="2246963" y="3460892"/>
            <a:ext cx="645459" cy="645201"/>
          </a:xfrm>
          <a:prstGeom prst="rect">
            <a:avLst/>
          </a:prstGeom>
          <a:noFill/>
          <a:ln>
            <a:noFill/>
          </a:ln>
        </p:spPr>
      </p:pic>
      <p:pic>
        <p:nvPicPr>
          <p:cNvPr id="313" name="Google Shape;313;p42"/>
          <p:cNvPicPr preferRelativeResize="0"/>
          <p:nvPr/>
        </p:nvPicPr>
        <p:blipFill>
          <a:blip r:embed="rId29">
            <a:alphaModFix/>
          </a:blip>
          <a:stretch>
            <a:fillRect/>
          </a:stretch>
        </p:blipFill>
        <p:spPr>
          <a:xfrm>
            <a:off x="1574615" y="3460892"/>
            <a:ext cx="645459" cy="645201"/>
          </a:xfrm>
          <a:prstGeom prst="rect">
            <a:avLst/>
          </a:prstGeom>
          <a:noFill/>
          <a:ln>
            <a:noFill/>
          </a:ln>
        </p:spPr>
      </p:pic>
      <p:pic>
        <p:nvPicPr>
          <p:cNvPr id="314" name="Google Shape;314;p42"/>
          <p:cNvPicPr preferRelativeResize="0"/>
          <p:nvPr/>
        </p:nvPicPr>
        <p:blipFill>
          <a:blip r:embed="rId30">
            <a:alphaModFix/>
          </a:blip>
          <a:stretch>
            <a:fillRect/>
          </a:stretch>
        </p:blipFill>
        <p:spPr>
          <a:xfrm>
            <a:off x="902267" y="3460892"/>
            <a:ext cx="645459" cy="645201"/>
          </a:xfrm>
          <a:prstGeom prst="rect">
            <a:avLst/>
          </a:prstGeom>
          <a:noFill/>
          <a:ln>
            <a:noFill/>
          </a:ln>
        </p:spPr>
      </p:pic>
      <p:pic>
        <p:nvPicPr>
          <p:cNvPr id="315" name="Google Shape;315;p42"/>
          <p:cNvPicPr preferRelativeResize="0"/>
          <p:nvPr/>
        </p:nvPicPr>
        <p:blipFill>
          <a:blip r:embed="rId31">
            <a:alphaModFix/>
          </a:blip>
          <a:stretch>
            <a:fillRect/>
          </a:stretch>
        </p:blipFill>
        <p:spPr>
          <a:xfrm>
            <a:off x="229919" y="3460892"/>
            <a:ext cx="645459" cy="645201"/>
          </a:xfrm>
          <a:prstGeom prst="rect">
            <a:avLst/>
          </a:prstGeom>
          <a:noFill/>
          <a:ln>
            <a:noFill/>
          </a:ln>
        </p:spPr>
      </p:pic>
      <p:pic>
        <p:nvPicPr>
          <p:cNvPr id="316" name="Google Shape;316;p42"/>
          <p:cNvPicPr preferRelativeResize="0"/>
          <p:nvPr/>
        </p:nvPicPr>
        <p:blipFill>
          <a:blip r:embed="rId32">
            <a:alphaModFix/>
          </a:blip>
          <a:stretch>
            <a:fillRect/>
          </a:stretch>
        </p:blipFill>
        <p:spPr>
          <a:xfrm>
            <a:off x="287564" y="2715029"/>
            <a:ext cx="645459" cy="645201"/>
          </a:xfrm>
          <a:prstGeom prst="rect">
            <a:avLst/>
          </a:prstGeom>
          <a:noFill/>
          <a:ln>
            <a:noFill/>
          </a:ln>
        </p:spPr>
      </p:pic>
      <p:pic>
        <p:nvPicPr>
          <p:cNvPr id="317" name="Google Shape;317;p42"/>
          <p:cNvPicPr preferRelativeResize="0"/>
          <p:nvPr/>
        </p:nvPicPr>
        <p:blipFill>
          <a:blip r:embed="rId33">
            <a:alphaModFix/>
          </a:blip>
          <a:stretch>
            <a:fillRect/>
          </a:stretch>
        </p:blipFill>
        <p:spPr>
          <a:xfrm>
            <a:off x="901322" y="2715029"/>
            <a:ext cx="645459" cy="645201"/>
          </a:xfrm>
          <a:prstGeom prst="rect">
            <a:avLst/>
          </a:prstGeom>
          <a:noFill/>
          <a:ln>
            <a:noFill/>
          </a:ln>
        </p:spPr>
      </p:pic>
      <p:pic>
        <p:nvPicPr>
          <p:cNvPr id="318" name="Google Shape;318;p42"/>
          <p:cNvPicPr preferRelativeResize="0"/>
          <p:nvPr/>
        </p:nvPicPr>
        <p:blipFill>
          <a:blip r:embed="rId34">
            <a:alphaModFix/>
          </a:blip>
          <a:stretch>
            <a:fillRect/>
          </a:stretch>
        </p:blipFill>
        <p:spPr>
          <a:xfrm>
            <a:off x="1515080" y="2715029"/>
            <a:ext cx="645459" cy="645201"/>
          </a:xfrm>
          <a:prstGeom prst="rect">
            <a:avLst/>
          </a:prstGeom>
          <a:noFill/>
          <a:ln>
            <a:noFill/>
          </a:ln>
        </p:spPr>
      </p:pic>
      <p:pic>
        <p:nvPicPr>
          <p:cNvPr id="319" name="Google Shape;319;p42"/>
          <p:cNvPicPr preferRelativeResize="0"/>
          <p:nvPr/>
        </p:nvPicPr>
        <p:blipFill>
          <a:blip r:embed="rId35">
            <a:alphaModFix/>
          </a:blip>
          <a:stretch>
            <a:fillRect/>
          </a:stretch>
        </p:blipFill>
        <p:spPr>
          <a:xfrm>
            <a:off x="2128839" y="2715029"/>
            <a:ext cx="645459" cy="645201"/>
          </a:xfrm>
          <a:prstGeom prst="rect">
            <a:avLst/>
          </a:prstGeom>
          <a:noFill/>
          <a:ln>
            <a:noFill/>
          </a:ln>
        </p:spPr>
      </p:pic>
      <p:pic>
        <p:nvPicPr>
          <p:cNvPr id="320" name="Google Shape;320;p42"/>
          <p:cNvPicPr preferRelativeResize="0"/>
          <p:nvPr/>
        </p:nvPicPr>
        <p:blipFill>
          <a:blip r:embed="rId36">
            <a:alphaModFix/>
          </a:blip>
          <a:stretch>
            <a:fillRect/>
          </a:stretch>
        </p:blipFill>
        <p:spPr>
          <a:xfrm>
            <a:off x="2742597" y="2715029"/>
            <a:ext cx="645459" cy="645201"/>
          </a:xfrm>
          <a:prstGeom prst="rect">
            <a:avLst/>
          </a:prstGeom>
          <a:noFill/>
          <a:ln>
            <a:noFill/>
          </a:ln>
        </p:spPr>
      </p:pic>
      <p:pic>
        <p:nvPicPr>
          <p:cNvPr id="321" name="Google Shape;321;p42"/>
          <p:cNvPicPr preferRelativeResize="0"/>
          <p:nvPr/>
        </p:nvPicPr>
        <p:blipFill>
          <a:blip r:embed="rId37">
            <a:alphaModFix/>
          </a:blip>
          <a:stretch>
            <a:fillRect/>
          </a:stretch>
        </p:blipFill>
        <p:spPr>
          <a:xfrm>
            <a:off x="3356355" y="2715029"/>
            <a:ext cx="645459" cy="645201"/>
          </a:xfrm>
          <a:prstGeom prst="rect">
            <a:avLst/>
          </a:prstGeom>
          <a:noFill/>
          <a:ln>
            <a:noFill/>
          </a:ln>
        </p:spPr>
      </p:pic>
      <p:pic>
        <p:nvPicPr>
          <p:cNvPr id="322" name="Google Shape;322;p42"/>
          <p:cNvPicPr preferRelativeResize="0"/>
          <p:nvPr/>
        </p:nvPicPr>
        <p:blipFill>
          <a:blip r:embed="rId38">
            <a:alphaModFix/>
          </a:blip>
          <a:stretch>
            <a:fillRect/>
          </a:stretch>
        </p:blipFill>
        <p:spPr>
          <a:xfrm>
            <a:off x="3970113" y="2715029"/>
            <a:ext cx="645459" cy="645201"/>
          </a:xfrm>
          <a:prstGeom prst="rect">
            <a:avLst/>
          </a:prstGeom>
          <a:noFill/>
          <a:ln>
            <a:noFill/>
          </a:ln>
        </p:spPr>
      </p:pic>
      <p:pic>
        <p:nvPicPr>
          <p:cNvPr id="323" name="Google Shape;323;p42"/>
          <p:cNvPicPr preferRelativeResize="0"/>
          <p:nvPr/>
        </p:nvPicPr>
        <p:blipFill>
          <a:blip r:embed="rId39">
            <a:alphaModFix/>
          </a:blip>
          <a:stretch>
            <a:fillRect/>
          </a:stretch>
        </p:blipFill>
        <p:spPr>
          <a:xfrm>
            <a:off x="4583871" y="2715029"/>
            <a:ext cx="645459" cy="645201"/>
          </a:xfrm>
          <a:prstGeom prst="rect">
            <a:avLst/>
          </a:prstGeom>
          <a:noFill/>
          <a:ln>
            <a:noFill/>
          </a:ln>
        </p:spPr>
      </p:pic>
      <p:pic>
        <p:nvPicPr>
          <p:cNvPr id="324" name="Google Shape;324;p42"/>
          <p:cNvPicPr preferRelativeResize="0"/>
          <p:nvPr/>
        </p:nvPicPr>
        <p:blipFill>
          <a:blip r:embed="rId40">
            <a:alphaModFix/>
          </a:blip>
          <a:stretch>
            <a:fillRect/>
          </a:stretch>
        </p:blipFill>
        <p:spPr>
          <a:xfrm>
            <a:off x="5197629" y="2715029"/>
            <a:ext cx="645459" cy="645201"/>
          </a:xfrm>
          <a:prstGeom prst="rect">
            <a:avLst/>
          </a:prstGeom>
          <a:noFill/>
          <a:ln>
            <a:noFill/>
          </a:ln>
        </p:spPr>
      </p:pic>
      <p:pic>
        <p:nvPicPr>
          <p:cNvPr id="325" name="Google Shape;325;p42"/>
          <p:cNvPicPr preferRelativeResize="0"/>
          <p:nvPr/>
        </p:nvPicPr>
        <p:blipFill>
          <a:blip r:embed="rId41">
            <a:alphaModFix/>
          </a:blip>
          <a:stretch>
            <a:fillRect/>
          </a:stretch>
        </p:blipFill>
        <p:spPr>
          <a:xfrm>
            <a:off x="5811387" y="2715029"/>
            <a:ext cx="645459" cy="645201"/>
          </a:xfrm>
          <a:prstGeom prst="rect">
            <a:avLst/>
          </a:prstGeom>
          <a:noFill/>
          <a:ln>
            <a:noFill/>
          </a:ln>
        </p:spPr>
      </p:pic>
      <p:pic>
        <p:nvPicPr>
          <p:cNvPr id="326" name="Google Shape;326;p42"/>
          <p:cNvPicPr preferRelativeResize="0"/>
          <p:nvPr/>
        </p:nvPicPr>
        <p:blipFill>
          <a:blip r:embed="rId42">
            <a:alphaModFix/>
          </a:blip>
          <a:stretch>
            <a:fillRect/>
          </a:stretch>
        </p:blipFill>
        <p:spPr>
          <a:xfrm>
            <a:off x="6425145" y="2715029"/>
            <a:ext cx="645459" cy="645201"/>
          </a:xfrm>
          <a:prstGeom prst="rect">
            <a:avLst/>
          </a:prstGeom>
          <a:noFill/>
          <a:ln>
            <a:noFill/>
          </a:ln>
        </p:spPr>
      </p:pic>
      <p:pic>
        <p:nvPicPr>
          <p:cNvPr id="327" name="Google Shape;327;p42"/>
          <p:cNvPicPr preferRelativeResize="0"/>
          <p:nvPr/>
        </p:nvPicPr>
        <p:blipFill>
          <a:blip r:embed="rId43">
            <a:alphaModFix/>
          </a:blip>
          <a:stretch>
            <a:fillRect/>
          </a:stretch>
        </p:blipFill>
        <p:spPr>
          <a:xfrm>
            <a:off x="7038903" y="2715029"/>
            <a:ext cx="645459" cy="645201"/>
          </a:xfrm>
          <a:prstGeom prst="rect">
            <a:avLst/>
          </a:prstGeom>
          <a:noFill/>
          <a:ln>
            <a:noFill/>
          </a:ln>
        </p:spPr>
      </p:pic>
      <p:pic>
        <p:nvPicPr>
          <p:cNvPr id="328" name="Google Shape;328;p42"/>
          <p:cNvPicPr preferRelativeResize="0"/>
          <p:nvPr/>
        </p:nvPicPr>
        <p:blipFill>
          <a:blip r:embed="rId44">
            <a:alphaModFix/>
          </a:blip>
          <a:stretch>
            <a:fillRect/>
          </a:stretch>
        </p:blipFill>
        <p:spPr>
          <a:xfrm>
            <a:off x="7652662" y="2715029"/>
            <a:ext cx="645459" cy="645201"/>
          </a:xfrm>
          <a:prstGeom prst="rect">
            <a:avLst/>
          </a:prstGeom>
          <a:noFill/>
          <a:ln>
            <a:noFill/>
          </a:ln>
        </p:spPr>
      </p:pic>
      <p:pic>
        <p:nvPicPr>
          <p:cNvPr id="329" name="Google Shape;329;p42"/>
          <p:cNvPicPr preferRelativeResize="0"/>
          <p:nvPr/>
        </p:nvPicPr>
        <p:blipFill>
          <a:blip r:embed="rId45">
            <a:alphaModFix/>
          </a:blip>
          <a:stretch>
            <a:fillRect/>
          </a:stretch>
        </p:blipFill>
        <p:spPr>
          <a:xfrm>
            <a:off x="8266420" y="2715029"/>
            <a:ext cx="645459" cy="645201"/>
          </a:xfrm>
          <a:prstGeom prst="rect">
            <a:avLst/>
          </a:prstGeom>
          <a:noFill/>
          <a:ln>
            <a:noFill/>
          </a:ln>
        </p:spPr>
      </p:pic>
      <p:pic>
        <p:nvPicPr>
          <p:cNvPr id="330" name="Google Shape;330;p42"/>
          <p:cNvPicPr preferRelativeResize="0"/>
          <p:nvPr/>
        </p:nvPicPr>
        <p:blipFill>
          <a:blip r:embed="rId46">
            <a:alphaModFix/>
          </a:blip>
          <a:stretch>
            <a:fillRect/>
          </a:stretch>
        </p:blipFill>
        <p:spPr>
          <a:xfrm>
            <a:off x="8266420" y="969629"/>
            <a:ext cx="645459" cy="645201"/>
          </a:xfrm>
          <a:prstGeom prst="rect">
            <a:avLst/>
          </a:prstGeom>
          <a:noFill/>
          <a:ln>
            <a:noFill/>
          </a:ln>
        </p:spPr>
      </p:pic>
      <p:pic>
        <p:nvPicPr>
          <p:cNvPr id="331" name="Google Shape;331;p42"/>
          <p:cNvPicPr preferRelativeResize="0"/>
          <p:nvPr/>
        </p:nvPicPr>
        <p:blipFill>
          <a:blip r:embed="rId47">
            <a:alphaModFix/>
          </a:blip>
          <a:stretch>
            <a:fillRect/>
          </a:stretch>
        </p:blipFill>
        <p:spPr>
          <a:xfrm>
            <a:off x="4921171" y="1839091"/>
            <a:ext cx="645459" cy="645201"/>
          </a:xfrm>
          <a:prstGeom prst="rect">
            <a:avLst/>
          </a:prstGeom>
          <a:noFill/>
          <a:ln>
            <a:noFill/>
          </a:ln>
        </p:spPr>
      </p:pic>
      <p:pic>
        <p:nvPicPr>
          <p:cNvPr id="332" name="Google Shape;332;p42"/>
          <p:cNvPicPr preferRelativeResize="0"/>
          <p:nvPr/>
        </p:nvPicPr>
        <p:blipFill>
          <a:blip r:embed="rId48">
            <a:alphaModFix/>
          </a:blip>
          <a:stretch>
            <a:fillRect/>
          </a:stretch>
        </p:blipFill>
        <p:spPr>
          <a:xfrm>
            <a:off x="4263563" y="1839091"/>
            <a:ext cx="645459" cy="645201"/>
          </a:xfrm>
          <a:prstGeom prst="rect">
            <a:avLst/>
          </a:prstGeom>
          <a:noFill/>
          <a:ln>
            <a:noFill/>
          </a:ln>
        </p:spPr>
      </p:pic>
      <p:pic>
        <p:nvPicPr>
          <p:cNvPr id="333" name="Google Shape;333;p42"/>
          <p:cNvPicPr preferRelativeResize="0"/>
          <p:nvPr/>
        </p:nvPicPr>
        <p:blipFill>
          <a:blip r:embed="rId49">
            <a:alphaModFix/>
          </a:blip>
          <a:stretch>
            <a:fillRect/>
          </a:stretch>
        </p:blipFill>
        <p:spPr>
          <a:xfrm>
            <a:off x="1633134" y="1839091"/>
            <a:ext cx="645459" cy="645201"/>
          </a:xfrm>
          <a:prstGeom prst="rect">
            <a:avLst/>
          </a:prstGeom>
          <a:noFill/>
          <a:ln>
            <a:noFill/>
          </a:ln>
        </p:spPr>
      </p:pic>
      <p:pic>
        <p:nvPicPr>
          <p:cNvPr id="334" name="Google Shape;334;p42"/>
          <p:cNvPicPr preferRelativeResize="0"/>
          <p:nvPr/>
        </p:nvPicPr>
        <p:blipFill>
          <a:blip r:embed="rId50">
            <a:alphaModFix/>
          </a:blip>
          <a:stretch>
            <a:fillRect/>
          </a:stretch>
        </p:blipFill>
        <p:spPr>
          <a:xfrm>
            <a:off x="8209207" y="1839091"/>
            <a:ext cx="645459" cy="645201"/>
          </a:xfrm>
          <a:prstGeom prst="rect">
            <a:avLst/>
          </a:prstGeom>
          <a:noFill/>
          <a:ln>
            <a:noFill/>
          </a:ln>
        </p:spPr>
      </p:pic>
      <p:pic>
        <p:nvPicPr>
          <p:cNvPr id="335" name="Google Shape;335;p42"/>
          <p:cNvPicPr preferRelativeResize="0"/>
          <p:nvPr/>
        </p:nvPicPr>
        <p:blipFill>
          <a:blip r:embed="rId51">
            <a:alphaModFix/>
          </a:blip>
          <a:stretch>
            <a:fillRect/>
          </a:stretch>
        </p:blipFill>
        <p:spPr>
          <a:xfrm>
            <a:off x="2948349" y="1839091"/>
            <a:ext cx="645459" cy="645201"/>
          </a:xfrm>
          <a:prstGeom prst="rect">
            <a:avLst/>
          </a:prstGeom>
          <a:noFill/>
          <a:ln>
            <a:noFill/>
          </a:ln>
        </p:spPr>
      </p:pic>
      <p:pic>
        <p:nvPicPr>
          <p:cNvPr id="336" name="Google Shape;336;p42"/>
          <p:cNvPicPr preferRelativeResize="0"/>
          <p:nvPr/>
        </p:nvPicPr>
        <p:blipFill>
          <a:blip r:embed="rId52">
            <a:alphaModFix/>
          </a:blip>
          <a:stretch>
            <a:fillRect/>
          </a:stretch>
        </p:blipFill>
        <p:spPr>
          <a:xfrm>
            <a:off x="2290742" y="1839091"/>
            <a:ext cx="645459" cy="645201"/>
          </a:xfrm>
          <a:prstGeom prst="rect">
            <a:avLst/>
          </a:prstGeom>
          <a:noFill/>
          <a:ln>
            <a:noFill/>
          </a:ln>
        </p:spPr>
      </p:pic>
      <p:pic>
        <p:nvPicPr>
          <p:cNvPr id="337" name="Google Shape;337;p42"/>
          <p:cNvPicPr preferRelativeResize="0"/>
          <p:nvPr/>
        </p:nvPicPr>
        <p:blipFill>
          <a:blip r:embed="rId53">
            <a:alphaModFix/>
          </a:blip>
          <a:stretch>
            <a:fillRect/>
          </a:stretch>
        </p:blipFill>
        <p:spPr>
          <a:xfrm>
            <a:off x="975527" y="1839091"/>
            <a:ext cx="645459" cy="645201"/>
          </a:xfrm>
          <a:prstGeom prst="rect">
            <a:avLst/>
          </a:prstGeom>
          <a:noFill/>
          <a:ln>
            <a:noFill/>
          </a:ln>
        </p:spPr>
      </p:pic>
      <p:pic>
        <p:nvPicPr>
          <p:cNvPr id="338" name="Google Shape;338;p42"/>
          <p:cNvPicPr preferRelativeResize="0"/>
          <p:nvPr/>
        </p:nvPicPr>
        <p:blipFill>
          <a:blip r:embed="rId54">
            <a:alphaModFix/>
          </a:blip>
          <a:stretch>
            <a:fillRect/>
          </a:stretch>
        </p:blipFill>
        <p:spPr>
          <a:xfrm>
            <a:off x="317920" y="1839091"/>
            <a:ext cx="645459" cy="645201"/>
          </a:xfrm>
          <a:prstGeom prst="rect">
            <a:avLst/>
          </a:prstGeom>
          <a:noFill/>
          <a:ln>
            <a:noFill/>
          </a:ln>
        </p:spPr>
      </p:pic>
      <p:pic>
        <p:nvPicPr>
          <p:cNvPr id="339" name="Google Shape;339;p42"/>
          <p:cNvPicPr preferRelativeResize="0"/>
          <p:nvPr/>
        </p:nvPicPr>
        <p:blipFill>
          <a:blip r:embed="rId55">
            <a:alphaModFix/>
          </a:blip>
          <a:stretch>
            <a:fillRect/>
          </a:stretch>
        </p:blipFill>
        <p:spPr>
          <a:xfrm>
            <a:off x="7596712" y="969629"/>
            <a:ext cx="645459" cy="645201"/>
          </a:xfrm>
          <a:prstGeom prst="rect">
            <a:avLst/>
          </a:prstGeom>
          <a:noFill/>
          <a:ln>
            <a:noFill/>
          </a:ln>
        </p:spPr>
      </p:pic>
      <p:pic>
        <p:nvPicPr>
          <p:cNvPr id="340" name="Google Shape;340;p42"/>
          <p:cNvPicPr preferRelativeResize="0"/>
          <p:nvPr/>
        </p:nvPicPr>
        <p:blipFill>
          <a:blip r:embed="rId56">
            <a:alphaModFix/>
          </a:blip>
          <a:stretch>
            <a:fillRect/>
          </a:stretch>
        </p:blipFill>
        <p:spPr>
          <a:xfrm>
            <a:off x="3605956" y="1839091"/>
            <a:ext cx="645459" cy="645201"/>
          </a:xfrm>
          <a:prstGeom prst="rect">
            <a:avLst/>
          </a:prstGeom>
          <a:noFill/>
          <a:ln>
            <a:noFill/>
          </a:ln>
        </p:spPr>
      </p:pic>
      <p:pic>
        <p:nvPicPr>
          <p:cNvPr id="341" name="Google Shape;341;p42"/>
          <p:cNvPicPr preferRelativeResize="0"/>
          <p:nvPr/>
        </p:nvPicPr>
        <p:blipFill>
          <a:blip r:embed="rId57">
            <a:alphaModFix/>
          </a:blip>
          <a:stretch>
            <a:fillRect/>
          </a:stretch>
        </p:blipFill>
        <p:spPr>
          <a:xfrm>
            <a:off x="6927004" y="969629"/>
            <a:ext cx="645459" cy="645201"/>
          </a:xfrm>
          <a:prstGeom prst="rect">
            <a:avLst/>
          </a:prstGeom>
          <a:noFill/>
          <a:ln>
            <a:noFill/>
          </a:ln>
        </p:spPr>
      </p:pic>
      <p:pic>
        <p:nvPicPr>
          <p:cNvPr id="342" name="Google Shape;342;p42"/>
          <p:cNvPicPr preferRelativeResize="0"/>
          <p:nvPr/>
        </p:nvPicPr>
        <p:blipFill>
          <a:blip r:embed="rId58">
            <a:alphaModFix/>
          </a:blip>
          <a:stretch>
            <a:fillRect/>
          </a:stretch>
        </p:blipFill>
        <p:spPr>
          <a:xfrm>
            <a:off x="6257296" y="969629"/>
            <a:ext cx="645459" cy="645201"/>
          </a:xfrm>
          <a:prstGeom prst="rect">
            <a:avLst/>
          </a:prstGeom>
          <a:noFill/>
          <a:ln>
            <a:noFill/>
          </a:ln>
        </p:spPr>
      </p:pic>
      <p:pic>
        <p:nvPicPr>
          <p:cNvPr id="343" name="Google Shape;343;p42"/>
          <p:cNvPicPr preferRelativeResize="0"/>
          <p:nvPr/>
        </p:nvPicPr>
        <p:blipFill>
          <a:blip r:embed="rId59">
            <a:alphaModFix/>
          </a:blip>
          <a:stretch>
            <a:fillRect/>
          </a:stretch>
        </p:blipFill>
        <p:spPr>
          <a:xfrm>
            <a:off x="5587588" y="969629"/>
            <a:ext cx="645459" cy="645201"/>
          </a:xfrm>
          <a:prstGeom prst="rect">
            <a:avLst/>
          </a:prstGeom>
          <a:noFill/>
          <a:ln>
            <a:noFill/>
          </a:ln>
        </p:spPr>
      </p:pic>
      <p:pic>
        <p:nvPicPr>
          <p:cNvPr id="344" name="Google Shape;344;p42"/>
          <p:cNvPicPr preferRelativeResize="0"/>
          <p:nvPr/>
        </p:nvPicPr>
        <p:blipFill>
          <a:blip r:embed="rId60">
            <a:alphaModFix/>
          </a:blip>
          <a:stretch>
            <a:fillRect/>
          </a:stretch>
        </p:blipFill>
        <p:spPr>
          <a:xfrm>
            <a:off x="4917880" y="969629"/>
            <a:ext cx="645459" cy="645201"/>
          </a:xfrm>
          <a:prstGeom prst="rect">
            <a:avLst/>
          </a:prstGeom>
          <a:noFill/>
          <a:ln>
            <a:noFill/>
          </a:ln>
        </p:spPr>
      </p:pic>
      <p:pic>
        <p:nvPicPr>
          <p:cNvPr id="345" name="Google Shape;345;p42"/>
          <p:cNvPicPr preferRelativeResize="0"/>
          <p:nvPr/>
        </p:nvPicPr>
        <p:blipFill>
          <a:blip r:embed="rId61">
            <a:alphaModFix/>
          </a:blip>
          <a:stretch>
            <a:fillRect/>
          </a:stretch>
        </p:blipFill>
        <p:spPr>
          <a:xfrm>
            <a:off x="4248172" y="969629"/>
            <a:ext cx="645459" cy="645201"/>
          </a:xfrm>
          <a:prstGeom prst="rect">
            <a:avLst/>
          </a:prstGeom>
          <a:noFill/>
          <a:ln>
            <a:noFill/>
          </a:ln>
        </p:spPr>
      </p:pic>
      <p:pic>
        <p:nvPicPr>
          <p:cNvPr id="346" name="Google Shape;346;p42"/>
          <p:cNvPicPr preferRelativeResize="0"/>
          <p:nvPr/>
        </p:nvPicPr>
        <p:blipFill>
          <a:blip r:embed="rId62">
            <a:alphaModFix/>
          </a:blip>
          <a:stretch>
            <a:fillRect/>
          </a:stretch>
        </p:blipFill>
        <p:spPr>
          <a:xfrm>
            <a:off x="3578464" y="969629"/>
            <a:ext cx="645459" cy="645201"/>
          </a:xfrm>
          <a:prstGeom prst="rect">
            <a:avLst/>
          </a:prstGeom>
          <a:noFill/>
          <a:ln>
            <a:noFill/>
          </a:ln>
        </p:spPr>
      </p:pic>
      <p:pic>
        <p:nvPicPr>
          <p:cNvPr id="347" name="Google Shape;347;p42"/>
          <p:cNvPicPr preferRelativeResize="0"/>
          <p:nvPr/>
        </p:nvPicPr>
        <p:blipFill>
          <a:blip r:embed="rId63">
            <a:alphaModFix/>
          </a:blip>
          <a:stretch>
            <a:fillRect/>
          </a:stretch>
        </p:blipFill>
        <p:spPr>
          <a:xfrm>
            <a:off x="2908757" y="969629"/>
            <a:ext cx="645459" cy="645201"/>
          </a:xfrm>
          <a:prstGeom prst="rect">
            <a:avLst/>
          </a:prstGeom>
          <a:noFill/>
          <a:ln>
            <a:noFill/>
          </a:ln>
        </p:spPr>
      </p:pic>
      <p:pic>
        <p:nvPicPr>
          <p:cNvPr id="348" name="Google Shape;348;p42"/>
          <p:cNvPicPr preferRelativeResize="0"/>
          <p:nvPr/>
        </p:nvPicPr>
        <p:blipFill>
          <a:blip r:embed="rId64">
            <a:alphaModFix/>
          </a:blip>
          <a:stretch>
            <a:fillRect/>
          </a:stretch>
        </p:blipFill>
        <p:spPr>
          <a:xfrm>
            <a:off x="2239049" y="969629"/>
            <a:ext cx="645459" cy="645201"/>
          </a:xfrm>
          <a:prstGeom prst="rect">
            <a:avLst/>
          </a:prstGeom>
          <a:noFill/>
          <a:ln>
            <a:noFill/>
          </a:ln>
        </p:spPr>
      </p:pic>
      <p:pic>
        <p:nvPicPr>
          <p:cNvPr id="349" name="Google Shape;349;p42"/>
          <p:cNvPicPr preferRelativeResize="0"/>
          <p:nvPr/>
        </p:nvPicPr>
        <p:blipFill>
          <a:blip r:embed="rId65">
            <a:alphaModFix/>
          </a:blip>
          <a:stretch>
            <a:fillRect/>
          </a:stretch>
        </p:blipFill>
        <p:spPr>
          <a:xfrm>
            <a:off x="5578778" y="1839091"/>
            <a:ext cx="645459" cy="645201"/>
          </a:xfrm>
          <a:prstGeom prst="rect">
            <a:avLst/>
          </a:prstGeom>
          <a:noFill/>
          <a:ln>
            <a:noFill/>
          </a:ln>
        </p:spPr>
      </p:pic>
      <p:pic>
        <p:nvPicPr>
          <p:cNvPr id="350" name="Google Shape;350;p42"/>
          <p:cNvPicPr preferRelativeResize="0"/>
          <p:nvPr/>
        </p:nvPicPr>
        <p:blipFill>
          <a:blip r:embed="rId66">
            <a:alphaModFix/>
          </a:blip>
          <a:stretch>
            <a:fillRect/>
          </a:stretch>
        </p:blipFill>
        <p:spPr>
          <a:xfrm>
            <a:off x="6236385" y="1839091"/>
            <a:ext cx="645459" cy="645201"/>
          </a:xfrm>
          <a:prstGeom prst="rect">
            <a:avLst/>
          </a:prstGeom>
          <a:noFill/>
          <a:ln>
            <a:noFill/>
          </a:ln>
        </p:spPr>
      </p:pic>
      <p:pic>
        <p:nvPicPr>
          <p:cNvPr id="351" name="Google Shape;351;p42"/>
          <p:cNvPicPr preferRelativeResize="0"/>
          <p:nvPr/>
        </p:nvPicPr>
        <p:blipFill>
          <a:blip r:embed="rId67">
            <a:alphaModFix/>
          </a:blip>
          <a:stretch>
            <a:fillRect/>
          </a:stretch>
        </p:blipFill>
        <p:spPr>
          <a:xfrm>
            <a:off x="6893993" y="1839091"/>
            <a:ext cx="645459" cy="645201"/>
          </a:xfrm>
          <a:prstGeom prst="rect">
            <a:avLst/>
          </a:prstGeom>
          <a:noFill/>
          <a:ln>
            <a:noFill/>
          </a:ln>
        </p:spPr>
      </p:pic>
      <p:pic>
        <p:nvPicPr>
          <p:cNvPr id="352" name="Google Shape;352;p42"/>
          <p:cNvPicPr preferRelativeResize="0"/>
          <p:nvPr/>
        </p:nvPicPr>
        <p:blipFill>
          <a:blip r:embed="rId68">
            <a:alphaModFix/>
          </a:blip>
          <a:stretch>
            <a:fillRect/>
          </a:stretch>
        </p:blipFill>
        <p:spPr>
          <a:xfrm>
            <a:off x="7551600" y="1839091"/>
            <a:ext cx="645459" cy="645201"/>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356"/>
        <p:cNvGrpSpPr/>
        <p:nvPr/>
      </p:nvGrpSpPr>
      <p:grpSpPr>
        <a:xfrm>
          <a:off x="0" y="0"/>
          <a:ext cx="0" cy="0"/>
          <a:chOff x="0" y="0"/>
          <a:chExt cx="0" cy="0"/>
        </a:xfrm>
      </p:grpSpPr>
      <p:sp>
        <p:nvSpPr>
          <p:cNvPr id="357" name="Google Shape;357;p43"/>
          <p:cNvSpPr txBox="1"/>
          <p:nvPr/>
        </p:nvSpPr>
        <p:spPr>
          <a:xfrm>
            <a:off x="250650" y="250650"/>
            <a:ext cx="72942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Our emoji! You can add them to headings or cards.</a:t>
            </a:r>
            <a:endParaRPr sz="1600">
              <a:solidFill>
                <a:schemeClr val="dk2"/>
              </a:solidFill>
            </a:endParaRPr>
          </a:p>
          <a:p>
            <a:pPr marL="0" lvl="0" indent="0" algn="l" rtl="0">
              <a:spcBef>
                <a:spcPts val="0"/>
              </a:spcBef>
              <a:spcAft>
                <a:spcPts val="0"/>
              </a:spcAft>
              <a:buNone/>
            </a:pPr>
            <a:r>
              <a:rPr lang="en" sz="1600">
                <a:solidFill>
                  <a:schemeClr val="dk2"/>
                </a:solidFill>
              </a:rPr>
              <a:t>When using with headings, make it the same size as the heading text.</a:t>
            </a:r>
            <a:endParaRPr sz="1600">
              <a:solidFill>
                <a:schemeClr val="dk2"/>
              </a:solidFill>
            </a:endParaRPr>
          </a:p>
        </p:txBody>
      </p:sp>
      <p:pic>
        <p:nvPicPr>
          <p:cNvPr id="358" name="Google Shape;358;p43"/>
          <p:cNvPicPr preferRelativeResize="0"/>
          <p:nvPr/>
        </p:nvPicPr>
        <p:blipFill>
          <a:blip r:embed="rId3">
            <a:alphaModFix/>
          </a:blip>
          <a:stretch>
            <a:fillRect/>
          </a:stretch>
        </p:blipFill>
        <p:spPr>
          <a:xfrm>
            <a:off x="3733893" y="4246685"/>
            <a:ext cx="645459" cy="645201"/>
          </a:xfrm>
          <a:prstGeom prst="rect">
            <a:avLst/>
          </a:prstGeom>
          <a:noFill/>
          <a:ln>
            <a:noFill/>
          </a:ln>
        </p:spPr>
      </p:pic>
      <p:pic>
        <p:nvPicPr>
          <p:cNvPr id="359" name="Google Shape;359;p43"/>
          <p:cNvPicPr preferRelativeResize="0"/>
          <p:nvPr/>
        </p:nvPicPr>
        <p:blipFill>
          <a:blip r:embed="rId4">
            <a:alphaModFix/>
          </a:blip>
          <a:stretch>
            <a:fillRect/>
          </a:stretch>
        </p:blipFill>
        <p:spPr>
          <a:xfrm>
            <a:off x="2331773" y="4246685"/>
            <a:ext cx="645459" cy="645201"/>
          </a:xfrm>
          <a:prstGeom prst="rect">
            <a:avLst/>
          </a:prstGeom>
          <a:noFill/>
          <a:ln>
            <a:noFill/>
          </a:ln>
        </p:spPr>
      </p:pic>
      <p:pic>
        <p:nvPicPr>
          <p:cNvPr id="360" name="Google Shape;360;p43"/>
          <p:cNvPicPr preferRelativeResize="0"/>
          <p:nvPr/>
        </p:nvPicPr>
        <p:blipFill>
          <a:blip r:embed="rId5">
            <a:alphaModFix/>
          </a:blip>
          <a:stretch>
            <a:fillRect/>
          </a:stretch>
        </p:blipFill>
        <p:spPr>
          <a:xfrm>
            <a:off x="1630713" y="4246685"/>
            <a:ext cx="645459" cy="645201"/>
          </a:xfrm>
          <a:prstGeom prst="rect">
            <a:avLst/>
          </a:prstGeom>
          <a:noFill/>
          <a:ln>
            <a:noFill/>
          </a:ln>
        </p:spPr>
      </p:pic>
      <p:pic>
        <p:nvPicPr>
          <p:cNvPr id="361" name="Google Shape;361;p43"/>
          <p:cNvPicPr preferRelativeResize="0"/>
          <p:nvPr/>
        </p:nvPicPr>
        <p:blipFill>
          <a:blip r:embed="rId6">
            <a:alphaModFix/>
          </a:blip>
          <a:stretch>
            <a:fillRect/>
          </a:stretch>
        </p:blipFill>
        <p:spPr>
          <a:xfrm>
            <a:off x="929653" y="4246685"/>
            <a:ext cx="645459" cy="645201"/>
          </a:xfrm>
          <a:prstGeom prst="rect">
            <a:avLst/>
          </a:prstGeom>
          <a:noFill/>
          <a:ln>
            <a:noFill/>
          </a:ln>
        </p:spPr>
      </p:pic>
      <p:pic>
        <p:nvPicPr>
          <p:cNvPr id="362" name="Google Shape;362;p43"/>
          <p:cNvPicPr preferRelativeResize="0"/>
          <p:nvPr/>
        </p:nvPicPr>
        <p:blipFill>
          <a:blip r:embed="rId7">
            <a:alphaModFix/>
          </a:blip>
          <a:stretch>
            <a:fillRect/>
          </a:stretch>
        </p:blipFill>
        <p:spPr>
          <a:xfrm>
            <a:off x="228593" y="4246685"/>
            <a:ext cx="645459" cy="645201"/>
          </a:xfrm>
          <a:prstGeom prst="rect">
            <a:avLst/>
          </a:prstGeom>
          <a:noFill/>
          <a:ln>
            <a:noFill/>
          </a:ln>
        </p:spPr>
      </p:pic>
      <p:pic>
        <p:nvPicPr>
          <p:cNvPr id="363" name="Google Shape;363;p43"/>
          <p:cNvPicPr preferRelativeResize="0"/>
          <p:nvPr/>
        </p:nvPicPr>
        <p:blipFill>
          <a:blip r:embed="rId8">
            <a:alphaModFix/>
          </a:blip>
          <a:stretch>
            <a:fillRect/>
          </a:stretch>
        </p:blipFill>
        <p:spPr>
          <a:xfrm>
            <a:off x="8248114" y="3490767"/>
            <a:ext cx="645459" cy="645201"/>
          </a:xfrm>
          <a:prstGeom prst="rect">
            <a:avLst/>
          </a:prstGeom>
          <a:noFill/>
          <a:ln>
            <a:noFill/>
          </a:ln>
        </p:spPr>
      </p:pic>
      <p:pic>
        <p:nvPicPr>
          <p:cNvPr id="364" name="Google Shape;364;p43"/>
          <p:cNvPicPr preferRelativeResize="0"/>
          <p:nvPr/>
        </p:nvPicPr>
        <p:blipFill>
          <a:blip r:embed="rId9">
            <a:alphaModFix/>
          </a:blip>
          <a:stretch>
            <a:fillRect/>
          </a:stretch>
        </p:blipFill>
        <p:spPr>
          <a:xfrm>
            <a:off x="7579821" y="3490767"/>
            <a:ext cx="645459" cy="645201"/>
          </a:xfrm>
          <a:prstGeom prst="rect">
            <a:avLst/>
          </a:prstGeom>
          <a:noFill/>
          <a:ln>
            <a:noFill/>
          </a:ln>
        </p:spPr>
      </p:pic>
      <p:pic>
        <p:nvPicPr>
          <p:cNvPr id="365" name="Google Shape;365;p43"/>
          <p:cNvPicPr preferRelativeResize="0"/>
          <p:nvPr/>
        </p:nvPicPr>
        <p:blipFill>
          <a:blip r:embed="rId10">
            <a:alphaModFix/>
          </a:blip>
          <a:stretch>
            <a:fillRect/>
          </a:stretch>
        </p:blipFill>
        <p:spPr>
          <a:xfrm>
            <a:off x="6911528" y="3490767"/>
            <a:ext cx="645459" cy="645201"/>
          </a:xfrm>
          <a:prstGeom prst="rect">
            <a:avLst/>
          </a:prstGeom>
          <a:noFill/>
          <a:ln>
            <a:noFill/>
          </a:ln>
        </p:spPr>
      </p:pic>
      <p:pic>
        <p:nvPicPr>
          <p:cNvPr id="366" name="Google Shape;366;p43"/>
          <p:cNvPicPr preferRelativeResize="0"/>
          <p:nvPr/>
        </p:nvPicPr>
        <p:blipFill>
          <a:blip r:embed="rId11">
            <a:alphaModFix/>
          </a:blip>
          <a:stretch>
            <a:fillRect/>
          </a:stretch>
        </p:blipFill>
        <p:spPr>
          <a:xfrm>
            <a:off x="6243235" y="3490767"/>
            <a:ext cx="645459" cy="645201"/>
          </a:xfrm>
          <a:prstGeom prst="rect">
            <a:avLst/>
          </a:prstGeom>
          <a:noFill/>
          <a:ln>
            <a:noFill/>
          </a:ln>
        </p:spPr>
      </p:pic>
      <p:pic>
        <p:nvPicPr>
          <p:cNvPr id="367" name="Google Shape;367;p43"/>
          <p:cNvPicPr preferRelativeResize="0"/>
          <p:nvPr/>
        </p:nvPicPr>
        <p:blipFill>
          <a:blip r:embed="rId12">
            <a:alphaModFix/>
          </a:blip>
          <a:stretch>
            <a:fillRect/>
          </a:stretch>
        </p:blipFill>
        <p:spPr>
          <a:xfrm>
            <a:off x="5574942" y="3490767"/>
            <a:ext cx="645459" cy="645201"/>
          </a:xfrm>
          <a:prstGeom prst="rect">
            <a:avLst/>
          </a:prstGeom>
          <a:noFill/>
          <a:ln>
            <a:noFill/>
          </a:ln>
        </p:spPr>
      </p:pic>
      <p:pic>
        <p:nvPicPr>
          <p:cNvPr id="368" name="Google Shape;368;p43"/>
          <p:cNvPicPr preferRelativeResize="0"/>
          <p:nvPr/>
        </p:nvPicPr>
        <p:blipFill>
          <a:blip r:embed="rId13">
            <a:alphaModFix/>
          </a:blip>
          <a:stretch>
            <a:fillRect/>
          </a:stretch>
        </p:blipFill>
        <p:spPr>
          <a:xfrm>
            <a:off x="4906649" y="3490767"/>
            <a:ext cx="645459" cy="645201"/>
          </a:xfrm>
          <a:prstGeom prst="rect">
            <a:avLst/>
          </a:prstGeom>
          <a:noFill/>
          <a:ln>
            <a:noFill/>
          </a:ln>
        </p:spPr>
      </p:pic>
      <p:pic>
        <p:nvPicPr>
          <p:cNvPr id="369" name="Google Shape;369;p43"/>
          <p:cNvPicPr preferRelativeResize="0"/>
          <p:nvPr/>
        </p:nvPicPr>
        <p:blipFill>
          <a:blip r:embed="rId14">
            <a:alphaModFix/>
          </a:blip>
          <a:stretch>
            <a:fillRect/>
          </a:stretch>
        </p:blipFill>
        <p:spPr>
          <a:xfrm>
            <a:off x="4238356" y="3490767"/>
            <a:ext cx="645459" cy="645201"/>
          </a:xfrm>
          <a:prstGeom prst="rect">
            <a:avLst/>
          </a:prstGeom>
          <a:noFill/>
          <a:ln>
            <a:noFill/>
          </a:ln>
        </p:spPr>
      </p:pic>
      <p:pic>
        <p:nvPicPr>
          <p:cNvPr id="370" name="Google Shape;370;p43"/>
          <p:cNvPicPr preferRelativeResize="0"/>
          <p:nvPr/>
        </p:nvPicPr>
        <p:blipFill>
          <a:blip r:embed="rId15">
            <a:alphaModFix/>
          </a:blip>
          <a:stretch>
            <a:fillRect/>
          </a:stretch>
        </p:blipFill>
        <p:spPr>
          <a:xfrm>
            <a:off x="3570063" y="3490767"/>
            <a:ext cx="645459" cy="645201"/>
          </a:xfrm>
          <a:prstGeom prst="rect">
            <a:avLst/>
          </a:prstGeom>
          <a:noFill/>
          <a:ln>
            <a:noFill/>
          </a:ln>
        </p:spPr>
      </p:pic>
      <p:pic>
        <p:nvPicPr>
          <p:cNvPr id="371" name="Google Shape;371;p43"/>
          <p:cNvPicPr preferRelativeResize="0"/>
          <p:nvPr/>
        </p:nvPicPr>
        <p:blipFill>
          <a:blip r:embed="rId16">
            <a:alphaModFix/>
          </a:blip>
          <a:stretch>
            <a:fillRect/>
          </a:stretch>
        </p:blipFill>
        <p:spPr>
          <a:xfrm>
            <a:off x="2901771" y="3490767"/>
            <a:ext cx="645459" cy="645201"/>
          </a:xfrm>
          <a:prstGeom prst="rect">
            <a:avLst/>
          </a:prstGeom>
          <a:noFill/>
          <a:ln>
            <a:noFill/>
          </a:ln>
        </p:spPr>
      </p:pic>
      <p:pic>
        <p:nvPicPr>
          <p:cNvPr id="372" name="Google Shape;372;p43"/>
          <p:cNvPicPr preferRelativeResize="0"/>
          <p:nvPr/>
        </p:nvPicPr>
        <p:blipFill>
          <a:blip r:embed="rId17">
            <a:alphaModFix/>
          </a:blip>
          <a:stretch>
            <a:fillRect/>
          </a:stretch>
        </p:blipFill>
        <p:spPr>
          <a:xfrm>
            <a:off x="2233478" y="3490767"/>
            <a:ext cx="645459" cy="645201"/>
          </a:xfrm>
          <a:prstGeom prst="rect">
            <a:avLst/>
          </a:prstGeom>
          <a:noFill/>
          <a:ln>
            <a:noFill/>
          </a:ln>
        </p:spPr>
      </p:pic>
      <p:pic>
        <p:nvPicPr>
          <p:cNvPr id="373" name="Google Shape;373;p43"/>
          <p:cNvPicPr preferRelativeResize="0"/>
          <p:nvPr/>
        </p:nvPicPr>
        <p:blipFill>
          <a:blip r:embed="rId18">
            <a:alphaModFix/>
          </a:blip>
          <a:stretch>
            <a:fillRect/>
          </a:stretch>
        </p:blipFill>
        <p:spPr>
          <a:xfrm>
            <a:off x="1565185" y="3490767"/>
            <a:ext cx="645459" cy="645201"/>
          </a:xfrm>
          <a:prstGeom prst="rect">
            <a:avLst/>
          </a:prstGeom>
          <a:noFill/>
          <a:ln>
            <a:noFill/>
          </a:ln>
        </p:spPr>
      </p:pic>
      <p:pic>
        <p:nvPicPr>
          <p:cNvPr id="374" name="Google Shape;374;p43"/>
          <p:cNvPicPr preferRelativeResize="0"/>
          <p:nvPr/>
        </p:nvPicPr>
        <p:blipFill>
          <a:blip r:embed="rId19">
            <a:alphaModFix/>
          </a:blip>
          <a:stretch>
            <a:fillRect/>
          </a:stretch>
        </p:blipFill>
        <p:spPr>
          <a:xfrm>
            <a:off x="896892" y="3490767"/>
            <a:ext cx="645459" cy="645201"/>
          </a:xfrm>
          <a:prstGeom prst="rect">
            <a:avLst/>
          </a:prstGeom>
          <a:noFill/>
          <a:ln>
            <a:noFill/>
          </a:ln>
        </p:spPr>
      </p:pic>
      <p:pic>
        <p:nvPicPr>
          <p:cNvPr id="375" name="Google Shape;375;p43"/>
          <p:cNvPicPr preferRelativeResize="0"/>
          <p:nvPr/>
        </p:nvPicPr>
        <p:blipFill>
          <a:blip r:embed="rId20">
            <a:alphaModFix/>
          </a:blip>
          <a:stretch>
            <a:fillRect/>
          </a:stretch>
        </p:blipFill>
        <p:spPr>
          <a:xfrm>
            <a:off x="228599" y="3490767"/>
            <a:ext cx="645459" cy="645201"/>
          </a:xfrm>
          <a:prstGeom prst="rect">
            <a:avLst/>
          </a:prstGeom>
          <a:noFill/>
          <a:ln>
            <a:noFill/>
          </a:ln>
        </p:spPr>
      </p:pic>
      <p:pic>
        <p:nvPicPr>
          <p:cNvPr id="376" name="Google Shape;376;p43"/>
          <p:cNvPicPr preferRelativeResize="0"/>
          <p:nvPr/>
        </p:nvPicPr>
        <p:blipFill>
          <a:blip r:embed="rId21">
            <a:alphaModFix/>
          </a:blip>
          <a:stretch>
            <a:fillRect/>
          </a:stretch>
        </p:blipFill>
        <p:spPr>
          <a:xfrm>
            <a:off x="8363620" y="2757879"/>
            <a:ext cx="645459" cy="645201"/>
          </a:xfrm>
          <a:prstGeom prst="rect">
            <a:avLst/>
          </a:prstGeom>
          <a:noFill/>
          <a:ln>
            <a:noFill/>
          </a:ln>
        </p:spPr>
      </p:pic>
      <p:pic>
        <p:nvPicPr>
          <p:cNvPr id="377" name="Google Shape;377;p43"/>
          <p:cNvPicPr preferRelativeResize="0"/>
          <p:nvPr/>
        </p:nvPicPr>
        <p:blipFill>
          <a:blip r:embed="rId22">
            <a:alphaModFix/>
          </a:blip>
          <a:stretch>
            <a:fillRect/>
          </a:stretch>
        </p:blipFill>
        <p:spPr>
          <a:xfrm>
            <a:off x="7686965" y="2757879"/>
            <a:ext cx="645459" cy="645201"/>
          </a:xfrm>
          <a:prstGeom prst="rect">
            <a:avLst/>
          </a:prstGeom>
          <a:noFill/>
          <a:ln>
            <a:noFill/>
          </a:ln>
        </p:spPr>
      </p:pic>
      <p:pic>
        <p:nvPicPr>
          <p:cNvPr id="378" name="Google Shape;378;p43"/>
          <p:cNvPicPr preferRelativeResize="0"/>
          <p:nvPr/>
        </p:nvPicPr>
        <p:blipFill>
          <a:blip r:embed="rId23">
            <a:alphaModFix/>
          </a:blip>
          <a:stretch>
            <a:fillRect/>
          </a:stretch>
        </p:blipFill>
        <p:spPr>
          <a:xfrm>
            <a:off x="7010311" y="2757879"/>
            <a:ext cx="645459" cy="645201"/>
          </a:xfrm>
          <a:prstGeom prst="rect">
            <a:avLst/>
          </a:prstGeom>
          <a:noFill/>
          <a:ln>
            <a:noFill/>
          </a:ln>
        </p:spPr>
      </p:pic>
      <p:pic>
        <p:nvPicPr>
          <p:cNvPr id="379" name="Google Shape;379;p43"/>
          <p:cNvPicPr preferRelativeResize="0"/>
          <p:nvPr/>
        </p:nvPicPr>
        <p:blipFill>
          <a:blip r:embed="rId24">
            <a:alphaModFix/>
          </a:blip>
          <a:stretch>
            <a:fillRect/>
          </a:stretch>
        </p:blipFill>
        <p:spPr>
          <a:xfrm>
            <a:off x="6333656" y="2757879"/>
            <a:ext cx="645459" cy="645201"/>
          </a:xfrm>
          <a:prstGeom prst="rect">
            <a:avLst/>
          </a:prstGeom>
          <a:noFill/>
          <a:ln>
            <a:noFill/>
          </a:ln>
        </p:spPr>
      </p:pic>
      <p:pic>
        <p:nvPicPr>
          <p:cNvPr id="380" name="Google Shape;380;p43"/>
          <p:cNvPicPr preferRelativeResize="0"/>
          <p:nvPr/>
        </p:nvPicPr>
        <p:blipFill>
          <a:blip r:embed="rId25">
            <a:alphaModFix/>
          </a:blip>
          <a:stretch>
            <a:fillRect/>
          </a:stretch>
        </p:blipFill>
        <p:spPr>
          <a:xfrm>
            <a:off x="5657002" y="2757879"/>
            <a:ext cx="645459" cy="645201"/>
          </a:xfrm>
          <a:prstGeom prst="rect">
            <a:avLst/>
          </a:prstGeom>
          <a:noFill/>
          <a:ln>
            <a:noFill/>
          </a:ln>
        </p:spPr>
      </p:pic>
      <p:pic>
        <p:nvPicPr>
          <p:cNvPr id="381" name="Google Shape;381;p43"/>
          <p:cNvPicPr preferRelativeResize="0"/>
          <p:nvPr/>
        </p:nvPicPr>
        <p:blipFill>
          <a:blip r:embed="rId26">
            <a:alphaModFix/>
          </a:blip>
          <a:stretch>
            <a:fillRect/>
          </a:stretch>
        </p:blipFill>
        <p:spPr>
          <a:xfrm>
            <a:off x="4980348" y="2757879"/>
            <a:ext cx="645459" cy="645201"/>
          </a:xfrm>
          <a:prstGeom prst="rect">
            <a:avLst/>
          </a:prstGeom>
          <a:noFill/>
          <a:ln>
            <a:noFill/>
          </a:ln>
        </p:spPr>
      </p:pic>
      <p:pic>
        <p:nvPicPr>
          <p:cNvPr id="382" name="Google Shape;382;p43"/>
          <p:cNvPicPr preferRelativeResize="0"/>
          <p:nvPr/>
        </p:nvPicPr>
        <p:blipFill>
          <a:blip r:embed="rId27">
            <a:alphaModFix/>
          </a:blip>
          <a:stretch>
            <a:fillRect/>
          </a:stretch>
        </p:blipFill>
        <p:spPr>
          <a:xfrm>
            <a:off x="4303693" y="2757879"/>
            <a:ext cx="645459" cy="645201"/>
          </a:xfrm>
          <a:prstGeom prst="rect">
            <a:avLst/>
          </a:prstGeom>
          <a:noFill/>
          <a:ln>
            <a:noFill/>
          </a:ln>
        </p:spPr>
      </p:pic>
      <p:pic>
        <p:nvPicPr>
          <p:cNvPr id="383" name="Google Shape;383;p43"/>
          <p:cNvPicPr preferRelativeResize="0"/>
          <p:nvPr/>
        </p:nvPicPr>
        <p:blipFill>
          <a:blip r:embed="rId28">
            <a:alphaModFix/>
          </a:blip>
          <a:stretch>
            <a:fillRect/>
          </a:stretch>
        </p:blipFill>
        <p:spPr>
          <a:xfrm>
            <a:off x="3627039" y="2757879"/>
            <a:ext cx="645459" cy="645201"/>
          </a:xfrm>
          <a:prstGeom prst="rect">
            <a:avLst/>
          </a:prstGeom>
          <a:noFill/>
          <a:ln>
            <a:noFill/>
          </a:ln>
        </p:spPr>
      </p:pic>
      <p:pic>
        <p:nvPicPr>
          <p:cNvPr id="384" name="Google Shape;384;p43"/>
          <p:cNvPicPr preferRelativeResize="0"/>
          <p:nvPr/>
        </p:nvPicPr>
        <p:blipFill>
          <a:blip r:embed="rId29">
            <a:alphaModFix/>
          </a:blip>
          <a:stretch>
            <a:fillRect/>
          </a:stretch>
        </p:blipFill>
        <p:spPr>
          <a:xfrm>
            <a:off x="2950384" y="2757879"/>
            <a:ext cx="645459" cy="645201"/>
          </a:xfrm>
          <a:prstGeom prst="rect">
            <a:avLst/>
          </a:prstGeom>
          <a:noFill/>
          <a:ln>
            <a:noFill/>
          </a:ln>
        </p:spPr>
      </p:pic>
      <p:pic>
        <p:nvPicPr>
          <p:cNvPr id="385" name="Google Shape;385;p43"/>
          <p:cNvPicPr preferRelativeResize="0"/>
          <p:nvPr/>
        </p:nvPicPr>
        <p:blipFill>
          <a:blip r:embed="rId30">
            <a:alphaModFix/>
          </a:blip>
          <a:stretch>
            <a:fillRect/>
          </a:stretch>
        </p:blipFill>
        <p:spPr>
          <a:xfrm>
            <a:off x="2273730" y="2757879"/>
            <a:ext cx="645459" cy="645201"/>
          </a:xfrm>
          <a:prstGeom prst="rect">
            <a:avLst/>
          </a:prstGeom>
          <a:noFill/>
          <a:ln>
            <a:noFill/>
          </a:ln>
        </p:spPr>
      </p:pic>
      <p:pic>
        <p:nvPicPr>
          <p:cNvPr id="386" name="Google Shape;386;p43"/>
          <p:cNvPicPr preferRelativeResize="0"/>
          <p:nvPr/>
        </p:nvPicPr>
        <p:blipFill>
          <a:blip r:embed="rId31">
            <a:alphaModFix/>
          </a:blip>
          <a:stretch>
            <a:fillRect/>
          </a:stretch>
        </p:blipFill>
        <p:spPr>
          <a:xfrm>
            <a:off x="1597076" y="2757879"/>
            <a:ext cx="645459" cy="645201"/>
          </a:xfrm>
          <a:prstGeom prst="rect">
            <a:avLst/>
          </a:prstGeom>
          <a:noFill/>
          <a:ln>
            <a:noFill/>
          </a:ln>
        </p:spPr>
      </p:pic>
      <p:pic>
        <p:nvPicPr>
          <p:cNvPr id="387" name="Google Shape;387;p43"/>
          <p:cNvPicPr preferRelativeResize="0"/>
          <p:nvPr/>
        </p:nvPicPr>
        <p:blipFill>
          <a:blip r:embed="rId32">
            <a:alphaModFix/>
          </a:blip>
          <a:stretch>
            <a:fillRect/>
          </a:stretch>
        </p:blipFill>
        <p:spPr>
          <a:xfrm>
            <a:off x="920421" y="2757879"/>
            <a:ext cx="645459" cy="645201"/>
          </a:xfrm>
          <a:prstGeom prst="rect">
            <a:avLst/>
          </a:prstGeom>
          <a:noFill/>
          <a:ln>
            <a:noFill/>
          </a:ln>
        </p:spPr>
      </p:pic>
      <p:pic>
        <p:nvPicPr>
          <p:cNvPr id="388" name="Google Shape;388;p43"/>
          <p:cNvPicPr preferRelativeResize="0"/>
          <p:nvPr/>
        </p:nvPicPr>
        <p:blipFill>
          <a:blip r:embed="rId33">
            <a:alphaModFix/>
          </a:blip>
          <a:stretch>
            <a:fillRect/>
          </a:stretch>
        </p:blipFill>
        <p:spPr>
          <a:xfrm>
            <a:off x="243767" y="2757879"/>
            <a:ext cx="645459" cy="645201"/>
          </a:xfrm>
          <a:prstGeom prst="rect">
            <a:avLst/>
          </a:prstGeom>
          <a:noFill/>
          <a:ln>
            <a:noFill/>
          </a:ln>
        </p:spPr>
      </p:pic>
      <p:pic>
        <p:nvPicPr>
          <p:cNvPr id="389" name="Google Shape;389;p43"/>
          <p:cNvPicPr preferRelativeResize="0"/>
          <p:nvPr/>
        </p:nvPicPr>
        <p:blipFill>
          <a:blip r:embed="rId34">
            <a:alphaModFix/>
          </a:blip>
          <a:stretch>
            <a:fillRect/>
          </a:stretch>
        </p:blipFill>
        <p:spPr>
          <a:xfrm>
            <a:off x="8045538" y="1904804"/>
            <a:ext cx="645459" cy="645201"/>
          </a:xfrm>
          <a:prstGeom prst="rect">
            <a:avLst/>
          </a:prstGeom>
          <a:noFill/>
          <a:ln>
            <a:noFill/>
          </a:ln>
        </p:spPr>
      </p:pic>
      <p:pic>
        <p:nvPicPr>
          <p:cNvPr id="390" name="Google Shape;390;p43"/>
          <p:cNvPicPr preferRelativeResize="0"/>
          <p:nvPr/>
        </p:nvPicPr>
        <p:blipFill>
          <a:blip r:embed="rId35">
            <a:alphaModFix/>
          </a:blip>
          <a:stretch>
            <a:fillRect/>
          </a:stretch>
        </p:blipFill>
        <p:spPr>
          <a:xfrm>
            <a:off x="7334907" y="1904804"/>
            <a:ext cx="645459" cy="645201"/>
          </a:xfrm>
          <a:prstGeom prst="rect">
            <a:avLst/>
          </a:prstGeom>
          <a:noFill/>
          <a:ln>
            <a:noFill/>
          </a:ln>
        </p:spPr>
      </p:pic>
      <p:pic>
        <p:nvPicPr>
          <p:cNvPr id="391" name="Google Shape;391;p43"/>
          <p:cNvPicPr preferRelativeResize="0"/>
          <p:nvPr/>
        </p:nvPicPr>
        <p:blipFill>
          <a:blip r:embed="rId36">
            <a:alphaModFix/>
          </a:blip>
          <a:stretch>
            <a:fillRect/>
          </a:stretch>
        </p:blipFill>
        <p:spPr>
          <a:xfrm>
            <a:off x="6624277" y="1904804"/>
            <a:ext cx="645459" cy="645201"/>
          </a:xfrm>
          <a:prstGeom prst="rect">
            <a:avLst/>
          </a:prstGeom>
          <a:noFill/>
          <a:ln>
            <a:noFill/>
          </a:ln>
        </p:spPr>
      </p:pic>
      <p:pic>
        <p:nvPicPr>
          <p:cNvPr id="392" name="Google Shape;392;p43"/>
          <p:cNvPicPr preferRelativeResize="0"/>
          <p:nvPr/>
        </p:nvPicPr>
        <p:blipFill>
          <a:blip r:embed="rId37">
            <a:alphaModFix/>
          </a:blip>
          <a:stretch>
            <a:fillRect/>
          </a:stretch>
        </p:blipFill>
        <p:spPr>
          <a:xfrm>
            <a:off x="5913646" y="1904804"/>
            <a:ext cx="645459" cy="645201"/>
          </a:xfrm>
          <a:prstGeom prst="rect">
            <a:avLst/>
          </a:prstGeom>
          <a:noFill/>
          <a:ln>
            <a:noFill/>
          </a:ln>
        </p:spPr>
      </p:pic>
      <p:pic>
        <p:nvPicPr>
          <p:cNvPr id="393" name="Google Shape;393;p43"/>
          <p:cNvPicPr preferRelativeResize="0"/>
          <p:nvPr/>
        </p:nvPicPr>
        <p:blipFill>
          <a:blip r:embed="rId38">
            <a:alphaModFix/>
          </a:blip>
          <a:stretch>
            <a:fillRect/>
          </a:stretch>
        </p:blipFill>
        <p:spPr>
          <a:xfrm>
            <a:off x="5203015" y="1904804"/>
            <a:ext cx="645459" cy="645201"/>
          </a:xfrm>
          <a:prstGeom prst="rect">
            <a:avLst/>
          </a:prstGeom>
          <a:noFill/>
          <a:ln>
            <a:noFill/>
          </a:ln>
        </p:spPr>
      </p:pic>
      <p:pic>
        <p:nvPicPr>
          <p:cNvPr id="394" name="Google Shape;394;p43"/>
          <p:cNvPicPr preferRelativeResize="0"/>
          <p:nvPr/>
        </p:nvPicPr>
        <p:blipFill>
          <a:blip r:embed="rId39">
            <a:alphaModFix/>
          </a:blip>
          <a:stretch>
            <a:fillRect/>
          </a:stretch>
        </p:blipFill>
        <p:spPr>
          <a:xfrm>
            <a:off x="4492385" y="1904804"/>
            <a:ext cx="645459" cy="645201"/>
          </a:xfrm>
          <a:prstGeom prst="rect">
            <a:avLst/>
          </a:prstGeom>
          <a:noFill/>
          <a:ln>
            <a:noFill/>
          </a:ln>
        </p:spPr>
      </p:pic>
      <p:pic>
        <p:nvPicPr>
          <p:cNvPr id="395" name="Google Shape;395;p43"/>
          <p:cNvPicPr preferRelativeResize="0"/>
          <p:nvPr/>
        </p:nvPicPr>
        <p:blipFill>
          <a:blip r:embed="rId40">
            <a:alphaModFix/>
          </a:blip>
          <a:stretch>
            <a:fillRect/>
          </a:stretch>
        </p:blipFill>
        <p:spPr>
          <a:xfrm>
            <a:off x="3781754" y="1904804"/>
            <a:ext cx="645459" cy="645201"/>
          </a:xfrm>
          <a:prstGeom prst="rect">
            <a:avLst/>
          </a:prstGeom>
          <a:noFill/>
          <a:ln>
            <a:noFill/>
          </a:ln>
        </p:spPr>
      </p:pic>
      <p:pic>
        <p:nvPicPr>
          <p:cNvPr id="396" name="Google Shape;396;p43"/>
          <p:cNvPicPr preferRelativeResize="0"/>
          <p:nvPr/>
        </p:nvPicPr>
        <p:blipFill>
          <a:blip r:embed="rId41">
            <a:alphaModFix/>
          </a:blip>
          <a:stretch>
            <a:fillRect/>
          </a:stretch>
        </p:blipFill>
        <p:spPr>
          <a:xfrm>
            <a:off x="3071124" y="1904804"/>
            <a:ext cx="645459" cy="645201"/>
          </a:xfrm>
          <a:prstGeom prst="rect">
            <a:avLst/>
          </a:prstGeom>
          <a:noFill/>
          <a:ln>
            <a:noFill/>
          </a:ln>
        </p:spPr>
      </p:pic>
      <p:pic>
        <p:nvPicPr>
          <p:cNvPr id="397" name="Google Shape;397;p43"/>
          <p:cNvPicPr preferRelativeResize="0"/>
          <p:nvPr/>
        </p:nvPicPr>
        <p:blipFill>
          <a:blip r:embed="rId42">
            <a:alphaModFix/>
          </a:blip>
          <a:stretch>
            <a:fillRect/>
          </a:stretch>
        </p:blipFill>
        <p:spPr>
          <a:xfrm>
            <a:off x="2360493" y="1904804"/>
            <a:ext cx="645459" cy="645201"/>
          </a:xfrm>
          <a:prstGeom prst="rect">
            <a:avLst/>
          </a:prstGeom>
          <a:noFill/>
          <a:ln>
            <a:noFill/>
          </a:ln>
        </p:spPr>
      </p:pic>
      <p:pic>
        <p:nvPicPr>
          <p:cNvPr id="398" name="Google Shape;398;p43"/>
          <p:cNvPicPr preferRelativeResize="0"/>
          <p:nvPr/>
        </p:nvPicPr>
        <p:blipFill>
          <a:blip r:embed="rId43">
            <a:alphaModFix/>
          </a:blip>
          <a:stretch>
            <a:fillRect/>
          </a:stretch>
        </p:blipFill>
        <p:spPr>
          <a:xfrm>
            <a:off x="1649863" y="1904804"/>
            <a:ext cx="645459" cy="645201"/>
          </a:xfrm>
          <a:prstGeom prst="rect">
            <a:avLst/>
          </a:prstGeom>
          <a:noFill/>
          <a:ln>
            <a:noFill/>
          </a:ln>
        </p:spPr>
      </p:pic>
      <p:pic>
        <p:nvPicPr>
          <p:cNvPr id="399" name="Google Shape;399;p43"/>
          <p:cNvPicPr preferRelativeResize="0"/>
          <p:nvPr/>
        </p:nvPicPr>
        <p:blipFill>
          <a:blip r:embed="rId44">
            <a:alphaModFix/>
          </a:blip>
          <a:stretch>
            <a:fillRect/>
          </a:stretch>
        </p:blipFill>
        <p:spPr>
          <a:xfrm>
            <a:off x="939232" y="1904804"/>
            <a:ext cx="645459" cy="645201"/>
          </a:xfrm>
          <a:prstGeom prst="rect">
            <a:avLst/>
          </a:prstGeom>
          <a:noFill/>
          <a:ln>
            <a:noFill/>
          </a:ln>
        </p:spPr>
      </p:pic>
      <p:pic>
        <p:nvPicPr>
          <p:cNvPr id="400" name="Google Shape;400;p43"/>
          <p:cNvPicPr preferRelativeResize="0"/>
          <p:nvPr/>
        </p:nvPicPr>
        <p:blipFill>
          <a:blip r:embed="rId45">
            <a:alphaModFix/>
          </a:blip>
          <a:stretch>
            <a:fillRect/>
          </a:stretch>
        </p:blipFill>
        <p:spPr>
          <a:xfrm>
            <a:off x="228602" y="1904804"/>
            <a:ext cx="645459" cy="645201"/>
          </a:xfrm>
          <a:prstGeom prst="rect">
            <a:avLst/>
          </a:prstGeom>
          <a:noFill/>
          <a:ln>
            <a:noFill/>
          </a:ln>
        </p:spPr>
      </p:pic>
      <p:pic>
        <p:nvPicPr>
          <p:cNvPr id="401" name="Google Shape;401;p43"/>
          <p:cNvPicPr preferRelativeResize="0"/>
          <p:nvPr/>
        </p:nvPicPr>
        <p:blipFill>
          <a:blip r:embed="rId46">
            <a:alphaModFix/>
          </a:blip>
          <a:stretch>
            <a:fillRect/>
          </a:stretch>
        </p:blipFill>
        <p:spPr>
          <a:xfrm>
            <a:off x="8248110" y="1051742"/>
            <a:ext cx="645459" cy="645201"/>
          </a:xfrm>
          <a:prstGeom prst="rect">
            <a:avLst/>
          </a:prstGeom>
          <a:noFill/>
          <a:ln>
            <a:noFill/>
          </a:ln>
        </p:spPr>
      </p:pic>
      <p:pic>
        <p:nvPicPr>
          <p:cNvPr id="402" name="Google Shape;402;p43"/>
          <p:cNvPicPr preferRelativeResize="0"/>
          <p:nvPr/>
        </p:nvPicPr>
        <p:blipFill>
          <a:blip r:embed="rId47">
            <a:alphaModFix/>
          </a:blip>
          <a:stretch>
            <a:fillRect/>
          </a:stretch>
        </p:blipFill>
        <p:spPr>
          <a:xfrm>
            <a:off x="7579818" y="1051742"/>
            <a:ext cx="645459" cy="645201"/>
          </a:xfrm>
          <a:prstGeom prst="rect">
            <a:avLst/>
          </a:prstGeom>
          <a:noFill/>
          <a:ln>
            <a:noFill/>
          </a:ln>
        </p:spPr>
      </p:pic>
      <p:pic>
        <p:nvPicPr>
          <p:cNvPr id="403" name="Google Shape;403;p43"/>
          <p:cNvPicPr preferRelativeResize="0"/>
          <p:nvPr/>
        </p:nvPicPr>
        <p:blipFill>
          <a:blip r:embed="rId48">
            <a:alphaModFix/>
          </a:blip>
          <a:stretch>
            <a:fillRect/>
          </a:stretch>
        </p:blipFill>
        <p:spPr>
          <a:xfrm>
            <a:off x="6911526" y="1051742"/>
            <a:ext cx="645459" cy="645201"/>
          </a:xfrm>
          <a:prstGeom prst="rect">
            <a:avLst/>
          </a:prstGeom>
          <a:noFill/>
          <a:ln>
            <a:noFill/>
          </a:ln>
        </p:spPr>
      </p:pic>
      <p:pic>
        <p:nvPicPr>
          <p:cNvPr id="404" name="Google Shape;404;p43"/>
          <p:cNvPicPr preferRelativeResize="0"/>
          <p:nvPr/>
        </p:nvPicPr>
        <p:blipFill>
          <a:blip r:embed="rId49">
            <a:alphaModFix/>
          </a:blip>
          <a:stretch>
            <a:fillRect/>
          </a:stretch>
        </p:blipFill>
        <p:spPr>
          <a:xfrm>
            <a:off x="6243234" y="1051742"/>
            <a:ext cx="645459" cy="645201"/>
          </a:xfrm>
          <a:prstGeom prst="rect">
            <a:avLst/>
          </a:prstGeom>
          <a:noFill/>
          <a:ln>
            <a:noFill/>
          </a:ln>
        </p:spPr>
      </p:pic>
      <p:pic>
        <p:nvPicPr>
          <p:cNvPr id="405" name="Google Shape;405;p43"/>
          <p:cNvPicPr preferRelativeResize="0"/>
          <p:nvPr/>
        </p:nvPicPr>
        <p:blipFill>
          <a:blip r:embed="rId50">
            <a:alphaModFix/>
          </a:blip>
          <a:stretch>
            <a:fillRect/>
          </a:stretch>
        </p:blipFill>
        <p:spPr>
          <a:xfrm>
            <a:off x="5574942" y="1051742"/>
            <a:ext cx="645459" cy="645201"/>
          </a:xfrm>
          <a:prstGeom prst="rect">
            <a:avLst/>
          </a:prstGeom>
          <a:noFill/>
          <a:ln>
            <a:noFill/>
          </a:ln>
        </p:spPr>
      </p:pic>
      <p:pic>
        <p:nvPicPr>
          <p:cNvPr id="406" name="Google Shape;406;p43"/>
          <p:cNvPicPr preferRelativeResize="0"/>
          <p:nvPr/>
        </p:nvPicPr>
        <p:blipFill>
          <a:blip r:embed="rId51">
            <a:alphaModFix/>
          </a:blip>
          <a:stretch>
            <a:fillRect/>
          </a:stretch>
        </p:blipFill>
        <p:spPr>
          <a:xfrm>
            <a:off x="4906651" y="1051742"/>
            <a:ext cx="645459" cy="645201"/>
          </a:xfrm>
          <a:prstGeom prst="rect">
            <a:avLst/>
          </a:prstGeom>
          <a:noFill/>
          <a:ln>
            <a:noFill/>
          </a:ln>
        </p:spPr>
      </p:pic>
      <p:pic>
        <p:nvPicPr>
          <p:cNvPr id="407" name="Google Shape;407;p43"/>
          <p:cNvPicPr preferRelativeResize="0"/>
          <p:nvPr/>
        </p:nvPicPr>
        <p:blipFill>
          <a:blip r:embed="rId52">
            <a:alphaModFix/>
          </a:blip>
          <a:stretch>
            <a:fillRect/>
          </a:stretch>
        </p:blipFill>
        <p:spPr>
          <a:xfrm>
            <a:off x="4238359" y="1051742"/>
            <a:ext cx="645459" cy="645201"/>
          </a:xfrm>
          <a:prstGeom prst="rect">
            <a:avLst/>
          </a:prstGeom>
          <a:noFill/>
          <a:ln>
            <a:noFill/>
          </a:ln>
        </p:spPr>
      </p:pic>
      <p:pic>
        <p:nvPicPr>
          <p:cNvPr id="408" name="Google Shape;408;p43"/>
          <p:cNvPicPr preferRelativeResize="0"/>
          <p:nvPr/>
        </p:nvPicPr>
        <p:blipFill>
          <a:blip r:embed="rId53">
            <a:alphaModFix/>
          </a:blip>
          <a:stretch>
            <a:fillRect/>
          </a:stretch>
        </p:blipFill>
        <p:spPr>
          <a:xfrm>
            <a:off x="3570067" y="1051742"/>
            <a:ext cx="645459" cy="645201"/>
          </a:xfrm>
          <a:prstGeom prst="rect">
            <a:avLst/>
          </a:prstGeom>
          <a:noFill/>
          <a:ln>
            <a:noFill/>
          </a:ln>
        </p:spPr>
      </p:pic>
      <p:pic>
        <p:nvPicPr>
          <p:cNvPr id="409" name="Google Shape;409;p43"/>
          <p:cNvPicPr preferRelativeResize="0"/>
          <p:nvPr/>
        </p:nvPicPr>
        <p:blipFill>
          <a:blip r:embed="rId54">
            <a:alphaModFix/>
          </a:blip>
          <a:stretch>
            <a:fillRect/>
          </a:stretch>
        </p:blipFill>
        <p:spPr>
          <a:xfrm>
            <a:off x="2901775" y="1051742"/>
            <a:ext cx="645459" cy="645201"/>
          </a:xfrm>
          <a:prstGeom prst="rect">
            <a:avLst/>
          </a:prstGeom>
          <a:noFill/>
          <a:ln>
            <a:noFill/>
          </a:ln>
        </p:spPr>
      </p:pic>
      <p:pic>
        <p:nvPicPr>
          <p:cNvPr id="410" name="Google Shape;410;p43"/>
          <p:cNvPicPr preferRelativeResize="0"/>
          <p:nvPr/>
        </p:nvPicPr>
        <p:blipFill>
          <a:blip r:embed="rId55">
            <a:alphaModFix/>
          </a:blip>
          <a:stretch>
            <a:fillRect/>
          </a:stretch>
        </p:blipFill>
        <p:spPr>
          <a:xfrm>
            <a:off x="2233483" y="1051742"/>
            <a:ext cx="645459" cy="645201"/>
          </a:xfrm>
          <a:prstGeom prst="rect">
            <a:avLst/>
          </a:prstGeom>
          <a:noFill/>
          <a:ln>
            <a:noFill/>
          </a:ln>
        </p:spPr>
      </p:pic>
      <p:pic>
        <p:nvPicPr>
          <p:cNvPr id="411" name="Google Shape;411;p43"/>
          <p:cNvPicPr preferRelativeResize="0"/>
          <p:nvPr/>
        </p:nvPicPr>
        <p:blipFill>
          <a:blip r:embed="rId56">
            <a:alphaModFix/>
          </a:blip>
          <a:stretch>
            <a:fillRect/>
          </a:stretch>
        </p:blipFill>
        <p:spPr>
          <a:xfrm>
            <a:off x="1565191" y="1051742"/>
            <a:ext cx="645459" cy="645201"/>
          </a:xfrm>
          <a:prstGeom prst="rect">
            <a:avLst/>
          </a:prstGeom>
          <a:noFill/>
          <a:ln>
            <a:noFill/>
          </a:ln>
        </p:spPr>
      </p:pic>
      <p:pic>
        <p:nvPicPr>
          <p:cNvPr id="412" name="Google Shape;412;p43"/>
          <p:cNvPicPr preferRelativeResize="0"/>
          <p:nvPr/>
        </p:nvPicPr>
        <p:blipFill>
          <a:blip r:embed="rId57">
            <a:alphaModFix/>
          </a:blip>
          <a:stretch>
            <a:fillRect/>
          </a:stretch>
        </p:blipFill>
        <p:spPr>
          <a:xfrm>
            <a:off x="896899" y="1051742"/>
            <a:ext cx="645459" cy="645201"/>
          </a:xfrm>
          <a:prstGeom prst="rect">
            <a:avLst/>
          </a:prstGeom>
          <a:noFill/>
          <a:ln>
            <a:noFill/>
          </a:ln>
        </p:spPr>
      </p:pic>
      <p:pic>
        <p:nvPicPr>
          <p:cNvPr id="413" name="Google Shape;413;p43"/>
          <p:cNvPicPr preferRelativeResize="0"/>
          <p:nvPr/>
        </p:nvPicPr>
        <p:blipFill>
          <a:blip r:embed="rId58">
            <a:alphaModFix/>
          </a:blip>
          <a:stretch>
            <a:fillRect/>
          </a:stretch>
        </p:blipFill>
        <p:spPr>
          <a:xfrm>
            <a:off x="228607" y="1051742"/>
            <a:ext cx="645459" cy="645201"/>
          </a:xfrm>
          <a:prstGeom prst="rect">
            <a:avLst/>
          </a:prstGeom>
          <a:noFill/>
          <a:ln>
            <a:noFill/>
          </a:ln>
        </p:spPr>
      </p:pic>
      <p:pic>
        <p:nvPicPr>
          <p:cNvPr id="414" name="Google Shape;414;p43"/>
          <p:cNvPicPr preferRelativeResize="0"/>
          <p:nvPr/>
        </p:nvPicPr>
        <p:blipFill>
          <a:blip r:embed="rId59">
            <a:alphaModFix/>
          </a:blip>
          <a:stretch>
            <a:fillRect/>
          </a:stretch>
        </p:blipFill>
        <p:spPr>
          <a:xfrm>
            <a:off x="6538132" y="4246685"/>
            <a:ext cx="645459" cy="645201"/>
          </a:xfrm>
          <a:prstGeom prst="rect">
            <a:avLst/>
          </a:prstGeom>
          <a:noFill/>
          <a:ln>
            <a:noFill/>
          </a:ln>
        </p:spPr>
      </p:pic>
      <p:pic>
        <p:nvPicPr>
          <p:cNvPr id="415" name="Google Shape;415;p43"/>
          <p:cNvPicPr preferRelativeResize="0"/>
          <p:nvPr/>
        </p:nvPicPr>
        <p:blipFill>
          <a:blip r:embed="rId60">
            <a:alphaModFix/>
          </a:blip>
          <a:stretch>
            <a:fillRect/>
          </a:stretch>
        </p:blipFill>
        <p:spPr>
          <a:xfrm>
            <a:off x="5136012" y="4246685"/>
            <a:ext cx="645459" cy="645201"/>
          </a:xfrm>
          <a:prstGeom prst="rect">
            <a:avLst/>
          </a:prstGeom>
          <a:noFill/>
          <a:ln>
            <a:noFill/>
          </a:ln>
        </p:spPr>
      </p:pic>
      <p:pic>
        <p:nvPicPr>
          <p:cNvPr id="416" name="Google Shape;416;p43"/>
          <p:cNvPicPr preferRelativeResize="0"/>
          <p:nvPr/>
        </p:nvPicPr>
        <p:blipFill>
          <a:blip r:embed="rId61">
            <a:alphaModFix/>
          </a:blip>
          <a:stretch>
            <a:fillRect/>
          </a:stretch>
        </p:blipFill>
        <p:spPr>
          <a:xfrm>
            <a:off x="4434953" y="4246685"/>
            <a:ext cx="645459" cy="645201"/>
          </a:xfrm>
          <a:prstGeom prst="rect">
            <a:avLst/>
          </a:prstGeom>
          <a:noFill/>
          <a:ln>
            <a:noFill/>
          </a:ln>
        </p:spPr>
      </p:pic>
      <p:pic>
        <p:nvPicPr>
          <p:cNvPr id="417" name="Google Shape;417;p43"/>
          <p:cNvPicPr preferRelativeResize="0"/>
          <p:nvPr/>
        </p:nvPicPr>
        <p:blipFill>
          <a:blip r:embed="rId62">
            <a:alphaModFix/>
          </a:blip>
          <a:stretch>
            <a:fillRect/>
          </a:stretch>
        </p:blipFill>
        <p:spPr>
          <a:xfrm>
            <a:off x="3032833" y="4246685"/>
            <a:ext cx="645459" cy="645201"/>
          </a:xfrm>
          <a:prstGeom prst="rect">
            <a:avLst/>
          </a:prstGeom>
          <a:noFill/>
          <a:ln>
            <a:noFill/>
          </a:ln>
        </p:spPr>
      </p:pic>
      <p:pic>
        <p:nvPicPr>
          <p:cNvPr id="418" name="Google Shape;418;p43"/>
          <p:cNvPicPr preferRelativeResize="0"/>
          <p:nvPr/>
        </p:nvPicPr>
        <p:blipFill>
          <a:blip r:embed="rId63">
            <a:alphaModFix/>
          </a:blip>
          <a:stretch>
            <a:fillRect/>
          </a:stretch>
        </p:blipFill>
        <p:spPr>
          <a:xfrm>
            <a:off x="5837072" y="4246685"/>
            <a:ext cx="645459" cy="645201"/>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22"/>
        <p:cNvGrpSpPr/>
        <p:nvPr/>
      </p:nvGrpSpPr>
      <p:grpSpPr>
        <a:xfrm>
          <a:off x="0" y="0"/>
          <a:ext cx="0" cy="0"/>
          <a:chOff x="0" y="0"/>
          <a:chExt cx="0" cy="0"/>
        </a:xfrm>
      </p:grpSpPr>
      <p:sp>
        <p:nvSpPr>
          <p:cNvPr id="423" name="Google Shape;423;p44"/>
          <p:cNvSpPr txBox="1"/>
          <p:nvPr/>
        </p:nvSpPr>
        <p:spPr>
          <a:xfrm>
            <a:off x="1337450" y="4040300"/>
            <a:ext cx="41454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You can add emoji to a card, if there’s space to do so, but don’t make it too small</a:t>
            </a:r>
            <a:endParaRPr sz="1600">
              <a:solidFill>
                <a:schemeClr val="dk2"/>
              </a:solidFill>
            </a:endParaRPr>
          </a:p>
        </p:txBody>
      </p:sp>
      <p:sp>
        <p:nvSpPr>
          <p:cNvPr id="424" name="Google Shape;424;p44"/>
          <p:cNvSpPr txBox="1"/>
          <p:nvPr/>
        </p:nvSpPr>
        <p:spPr>
          <a:xfrm>
            <a:off x="250650" y="250650"/>
            <a:ext cx="72942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Emoji usage rules</a:t>
            </a:r>
            <a:endParaRPr sz="1600">
              <a:solidFill>
                <a:schemeClr val="dk2"/>
              </a:solidFill>
            </a:endParaRPr>
          </a:p>
        </p:txBody>
      </p:sp>
      <p:sp>
        <p:nvSpPr>
          <p:cNvPr id="425" name="Google Shape;425;p44"/>
          <p:cNvSpPr txBox="1">
            <a:spLocks noGrp="1"/>
          </p:cNvSpPr>
          <p:nvPr>
            <p:ph type="ctrTitle"/>
          </p:nvPr>
        </p:nvSpPr>
        <p:spPr>
          <a:xfrm>
            <a:off x="173075" y="1088150"/>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Student      support</a:t>
            </a:r>
            <a:endParaRPr sz="4000">
              <a:solidFill>
                <a:srgbClr val="1A1A1A"/>
              </a:solidFill>
              <a:latin typeface="Inter ExtraBold"/>
              <a:ea typeface="Inter ExtraBold"/>
              <a:cs typeface="Inter ExtraBold"/>
              <a:sym typeface="Inter ExtraBold"/>
            </a:endParaRPr>
          </a:p>
        </p:txBody>
      </p:sp>
      <p:pic>
        <p:nvPicPr>
          <p:cNvPr id="426" name="Google Shape;426;p44"/>
          <p:cNvPicPr preferRelativeResize="0"/>
          <p:nvPr/>
        </p:nvPicPr>
        <p:blipFill>
          <a:blip r:embed="rId3">
            <a:alphaModFix/>
          </a:blip>
          <a:stretch>
            <a:fillRect/>
          </a:stretch>
        </p:blipFill>
        <p:spPr>
          <a:xfrm>
            <a:off x="2265950" y="1118025"/>
            <a:ext cx="740975" cy="740650"/>
          </a:xfrm>
          <a:prstGeom prst="rect">
            <a:avLst/>
          </a:prstGeom>
          <a:noFill/>
          <a:ln>
            <a:noFill/>
          </a:ln>
        </p:spPr>
      </p:pic>
      <p:sp>
        <p:nvSpPr>
          <p:cNvPr id="427" name="Google Shape;427;p44"/>
          <p:cNvSpPr txBox="1"/>
          <p:nvPr/>
        </p:nvSpPr>
        <p:spPr>
          <a:xfrm>
            <a:off x="250650" y="1805600"/>
            <a:ext cx="41454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You can add emoji to the title of the slide. </a:t>
            </a:r>
            <a:endParaRPr sz="1600">
              <a:solidFill>
                <a:schemeClr val="dk2"/>
              </a:solidFill>
            </a:endParaRPr>
          </a:p>
          <a:p>
            <a:pPr marL="0" lvl="0" indent="0" algn="l" rtl="0">
              <a:spcBef>
                <a:spcPts val="0"/>
              </a:spcBef>
              <a:spcAft>
                <a:spcPts val="0"/>
              </a:spcAft>
              <a:buNone/>
            </a:pPr>
            <a:r>
              <a:rPr lang="en" sz="1600">
                <a:solidFill>
                  <a:schemeClr val="dk2"/>
                </a:solidFill>
              </a:rPr>
              <a:t>Make it the same size as uppercase letters</a:t>
            </a:r>
            <a:endParaRPr sz="1600">
              <a:solidFill>
                <a:schemeClr val="dk2"/>
              </a:solidFill>
            </a:endParaRPr>
          </a:p>
        </p:txBody>
      </p:sp>
      <p:sp>
        <p:nvSpPr>
          <p:cNvPr id="428" name="Google Shape;428;p44"/>
          <p:cNvSpPr/>
          <p:nvPr/>
        </p:nvSpPr>
        <p:spPr>
          <a:xfrm>
            <a:off x="57130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pic>
        <p:nvPicPr>
          <p:cNvPr id="429" name="Google Shape;429;p44"/>
          <p:cNvPicPr preferRelativeResize="0"/>
          <p:nvPr/>
        </p:nvPicPr>
        <p:blipFill>
          <a:blip r:embed="rId4">
            <a:alphaModFix/>
          </a:blip>
          <a:stretch>
            <a:fillRect/>
          </a:stretch>
        </p:blipFill>
        <p:spPr>
          <a:xfrm>
            <a:off x="7729875" y="4192625"/>
            <a:ext cx="618425" cy="61817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33"/>
        <p:cNvGrpSpPr/>
        <p:nvPr/>
      </p:nvGrpSpPr>
      <p:grpSpPr>
        <a:xfrm>
          <a:off x="0" y="0"/>
          <a:ext cx="0" cy="0"/>
          <a:chOff x="0" y="0"/>
          <a:chExt cx="0" cy="0"/>
        </a:xfrm>
      </p:grpSpPr>
      <p:sp>
        <p:nvSpPr>
          <p:cNvPr id="434" name="Google Shape;434;p45"/>
          <p:cNvSpPr txBox="1"/>
          <p:nvPr/>
        </p:nvSpPr>
        <p:spPr>
          <a:xfrm>
            <a:off x="250650" y="250650"/>
            <a:ext cx="72942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Emoji don'ts</a:t>
            </a:r>
            <a:endParaRPr sz="1600">
              <a:solidFill>
                <a:srgbClr val="1A1A1A"/>
              </a:solidFill>
              <a:highlight>
                <a:srgbClr val="FF8F60"/>
              </a:highlight>
            </a:endParaRPr>
          </a:p>
        </p:txBody>
      </p:sp>
      <p:sp>
        <p:nvSpPr>
          <p:cNvPr id="435" name="Google Shape;435;p45"/>
          <p:cNvSpPr txBox="1"/>
          <p:nvPr/>
        </p:nvSpPr>
        <p:spPr>
          <a:xfrm>
            <a:off x="619063" y="3477965"/>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Don’t make it large</a:t>
            </a:r>
            <a:endParaRPr sz="1600">
              <a:solidFill>
                <a:srgbClr val="1A1A1A"/>
              </a:solidFill>
              <a:highlight>
                <a:srgbClr val="FF8F60"/>
              </a:highlight>
            </a:endParaRPr>
          </a:p>
        </p:txBody>
      </p:sp>
      <p:pic>
        <p:nvPicPr>
          <p:cNvPr id="436" name="Google Shape;436;p45"/>
          <p:cNvPicPr preferRelativeResize="0"/>
          <p:nvPr/>
        </p:nvPicPr>
        <p:blipFill>
          <a:blip r:embed="rId3">
            <a:alphaModFix/>
          </a:blip>
          <a:stretch>
            <a:fillRect/>
          </a:stretch>
        </p:blipFill>
        <p:spPr>
          <a:xfrm>
            <a:off x="397661" y="1234414"/>
            <a:ext cx="2463600" cy="2462600"/>
          </a:xfrm>
          <a:prstGeom prst="rect">
            <a:avLst/>
          </a:prstGeom>
          <a:noFill/>
          <a:ln>
            <a:noFill/>
          </a:ln>
        </p:spPr>
      </p:pic>
      <p:pic>
        <p:nvPicPr>
          <p:cNvPr id="437" name="Google Shape;437;p45"/>
          <p:cNvPicPr preferRelativeResize="0"/>
          <p:nvPr/>
        </p:nvPicPr>
        <p:blipFill>
          <a:blip r:embed="rId3">
            <a:alphaModFix/>
          </a:blip>
          <a:stretch>
            <a:fillRect/>
          </a:stretch>
        </p:blipFill>
        <p:spPr>
          <a:xfrm>
            <a:off x="4481011" y="2309966"/>
            <a:ext cx="311650" cy="311500"/>
          </a:xfrm>
          <a:prstGeom prst="rect">
            <a:avLst/>
          </a:prstGeom>
          <a:noFill/>
          <a:ln>
            <a:noFill/>
          </a:ln>
        </p:spPr>
      </p:pic>
      <p:sp>
        <p:nvSpPr>
          <p:cNvPr id="438" name="Google Shape;438;p45"/>
          <p:cNvSpPr txBox="1"/>
          <p:nvPr/>
        </p:nvSpPr>
        <p:spPr>
          <a:xfrm>
            <a:off x="3752475" y="3477965"/>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Don’t make it tiny</a:t>
            </a:r>
            <a:endParaRPr sz="1600">
              <a:solidFill>
                <a:srgbClr val="1A1A1A"/>
              </a:solidFill>
              <a:highlight>
                <a:srgbClr val="FF8F60"/>
              </a:highlight>
            </a:endParaRPr>
          </a:p>
        </p:txBody>
      </p:sp>
      <p:pic>
        <p:nvPicPr>
          <p:cNvPr id="439" name="Google Shape;439;p45"/>
          <p:cNvPicPr preferRelativeResize="0"/>
          <p:nvPr/>
        </p:nvPicPr>
        <p:blipFill>
          <a:blip r:embed="rId3">
            <a:alphaModFix/>
          </a:blip>
          <a:stretch>
            <a:fillRect/>
          </a:stretch>
        </p:blipFill>
        <p:spPr>
          <a:xfrm rot="2162078">
            <a:off x="7096784" y="2143120"/>
            <a:ext cx="645459" cy="645201"/>
          </a:xfrm>
          <a:prstGeom prst="rect">
            <a:avLst/>
          </a:prstGeom>
          <a:noFill/>
          <a:ln>
            <a:noFill/>
          </a:ln>
        </p:spPr>
      </p:pic>
      <p:sp>
        <p:nvSpPr>
          <p:cNvPr id="440" name="Google Shape;440;p45"/>
          <p:cNvSpPr txBox="1"/>
          <p:nvPr/>
        </p:nvSpPr>
        <p:spPr>
          <a:xfrm>
            <a:off x="6583013" y="3477953"/>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600">
              <a:solidFill>
                <a:srgbClr val="1A1A1A"/>
              </a:solidFill>
              <a:highlight>
                <a:srgbClr val="FF8F60"/>
              </a:highlight>
            </a:endParaRPr>
          </a:p>
        </p:txBody>
      </p:sp>
      <p:sp>
        <p:nvSpPr>
          <p:cNvPr id="441" name="Google Shape;441;p45"/>
          <p:cNvSpPr txBox="1"/>
          <p:nvPr/>
        </p:nvSpPr>
        <p:spPr>
          <a:xfrm>
            <a:off x="6725538" y="3477953"/>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Don’t rotate it</a:t>
            </a:r>
            <a:endParaRPr sz="1600">
              <a:solidFill>
                <a:srgbClr val="1A1A1A"/>
              </a:solidFill>
              <a:highlight>
                <a:srgbClr val="FF8F60"/>
              </a:highlight>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45"/>
        <p:cNvGrpSpPr/>
        <p:nvPr/>
      </p:nvGrpSpPr>
      <p:grpSpPr>
        <a:xfrm>
          <a:off x="0" y="0"/>
          <a:ext cx="0" cy="0"/>
          <a:chOff x="0" y="0"/>
          <a:chExt cx="0" cy="0"/>
        </a:xfrm>
      </p:grpSpPr>
      <p:pic>
        <p:nvPicPr>
          <p:cNvPr id="446" name="Google Shape;446;p46"/>
          <p:cNvPicPr preferRelativeResize="0"/>
          <p:nvPr/>
        </p:nvPicPr>
        <p:blipFill>
          <a:blip r:embed="rId3">
            <a:alphaModFix/>
          </a:blip>
          <a:stretch>
            <a:fillRect/>
          </a:stretch>
        </p:blipFill>
        <p:spPr>
          <a:xfrm>
            <a:off x="2474775" y="1540825"/>
            <a:ext cx="1085464" cy="1158901"/>
          </a:xfrm>
          <a:prstGeom prst="rect">
            <a:avLst/>
          </a:prstGeom>
          <a:noFill/>
          <a:ln>
            <a:noFill/>
          </a:ln>
        </p:spPr>
      </p:pic>
      <p:pic>
        <p:nvPicPr>
          <p:cNvPr id="447" name="Google Shape;447;p46"/>
          <p:cNvPicPr preferRelativeResize="0"/>
          <p:nvPr/>
        </p:nvPicPr>
        <p:blipFill>
          <a:blip r:embed="rId4">
            <a:alphaModFix/>
          </a:blip>
          <a:stretch>
            <a:fillRect/>
          </a:stretch>
        </p:blipFill>
        <p:spPr>
          <a:xfrm>
            <a:off x="5528948" y="1791199"/>
            <a:ext cx="1317360" cy="908525"/>
          </a:xfrm>
          <a:prstGeom prst="rect">
            <a:avLst/>
          </a:prstGeom>
          <a:noFill/>
          <a:ln>
            <a:noFill/>
          </a:ln>
        </p:spPr>
      </p:pic>
      <p:pic>
        <p:nvPicPr>
          <p:cNvPr id="448" name="Google Shape;448;p46"/>
          <p:cNvPicPr preferRelativeResize="0"/>
          <p:nvPr/>
        </p:nvPicPr>
        <p:blipFill>
          <a:blip r:embed="rId5">
            <a:alphaModFix/>
          </a:blip>
          <a:stretch>
            <a:fillRect/>
          </a:stretch>
        </p:blipFill>
        <p:spPr>
          <a:xfrm>
            <a:off x="3461100" y="3482938"/>
            <a:ext cx="1664400" cy="1327150"/>
          </a:xfrm>
          <a:prstGeom prst="rect">
            <a:avLst/>
          </a:prstGeom>
          <a:noFill/>
          <a:ln>
            <a:noFill/>
          </a:ln>
        </p:spPr>
      </p:pic>
      <p:pic>
        <p:nvPicPr>
          <p:cNvPr id="449" name="Google Shape;449;p46"/>
          <p:cNvPicPr preferRelativeResize="0"/>
          <p:nvPr/>
        </p:nvPicPr>
        <p:blipFill>
          <a:blip r:embed="rId6">
            <a:alphaModFix/>
          </a:blip>
          <a:stretch>
            <a:fillRect/>
          </a:stretch>
        </p:blipFill>
        <p:spPr>
          <a:xfrm>
            <a:off x="6531974" y="3584429"/>
            <a:ext cx="1723174" cy="1276559"/>
          </a:xfrm>
          <a:prstGeom prst="rect">
            <a:avLst/>
          </a:prstGeom>
          <a:noFill/>
          <a:ln>
            <a:noFill/>
          </a:ln>
        </p:spPr>
      </p:pic>
      <p:pic>
        <p:nvPicPr>
          <p:cNvPr id="450" name="Google Shape;450;p46"/>
          <p:cNvPicPr preferRelativeResize="0"/>
          <p:nvPr/>
        </p:nvPicPr>
        <p:blipFill>
          <a:blip r:embed="rId7">
            <a:alphaModFix/>
          </a:blip>
          <a:stretch>
            <a:fillRect/>
          </a:stretch>
        </p:blipFill>
        <p:spPr>
          <a:xfrm>
            <a:off x="654100" y="3643263"/>
            <a:ext cx="1434409" cy="1158900"/>
          </a:xfrm>
          <a:prstGeom prst="rect">
            <a:avLst/>
          </a:prstGeom>
          <a:noFill/>
          <a:ln>
            <a:noFill/>
          </a:ln>
        </p:spPr>
      </p:pic>
      <p:sp>
        <p:nvSpPr>
          <p:cNvPr id="451" name="Google Shape;451;p46"/>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55"/>
        <p:cNvGrpSpPr/>
        <p:nvPr/>
      </p:nvGrpSpPr>
      <p:grpSpPr>
        <a:xfrm>
          <a:off x="0" y="0"/>
          <a:ext cx="0" cy="0"/>
          <a:chOff x="0" y="0"/>
          <a:chExt cx="0" cy="0"/>
        </a:xfrm>
      </p:grpSpPr>
      <p:pic>
        <p:nvPicPr>
          <p:cNvPr id="456" name="Google Shape;456;p47"/>
          <p:cNvPicPr preferRelativeResize="0"/>
          <p:nvPr/>
        </p:nvPicPr>
        <p:blipFill>
          <a:blip r:embed="rId3">
            <a:alphaModFix/>
          </a:blip>
          <a:stretch>
            <a:fillRect/>
          </a:stretch>
        </p:blipFill>
        <p:spPr>
          <a:xfrm>
            <a:off x="470475" y="3360200"/>
            <a:ext cx="1620981" cy="1278764"/>
          </a:xfrm>
          <a:prstGeom prst="rect">
            <a:avLst/>
          </a:prstGeom>
          <a:noFill/>
          <a:ln>
            <a:noFill/>
          </a:ln>
        </p:spPr>
      </p:pic>
      <p:pic>
        <p:nvPicPr>
          <p:cNvPr id="457" name="Google Shape;457;p47"/>
          <p:cNvPicPr preferRelativeResize="0"/>
          <p:nvPr/>
        </p:nvPicPr>
        <p:blipFill>
          <a:blip r:embed="rId4">
            <a:alphaModFix/>
          </a:blip>
          <a:stretch>
            <a:fillRect/>
          </a:stretch>
        </p:blipFill>
        <p:spPr>
          <a:xfrm>
            <a:off x="3318076" y="3573550"/>
            <a:ext cx="1888575" cy="1182800"/>
          </a:xfrm>
          <a:prstGeom prst="rect">
            <a:avLst/>
          </a:prstGeom>
          <a:noFill/>
          <a:ln>
            <a:noFill/>
          </a:ln>
        </p:spPr>
      </p:pic>
      <p:pic>
        <p:nvPicPr>
          <p:cNvPr id="458" name="Google Shape;458;p47"/>
          <p:cNvPicPr preferRelativeResize="0"/>
          <p:nvPr/>
        </p:nvPicPr>
        <p:blipFill>
          <a:blip r:embed="rId5">
            <a:alphaModFix/>
          </a:blip>
          <a:stretch>
            <a:fillRect/>
          </a:stretch>
        </p:blipFill>
        <p:spPr>
          <a:xfrm>
            <a:off x="6433275" y="3242825"/>
            <a:ext cx="2082051" cy="1513525"/>
          </a:xfrm>
          <a:prstGeom prst="rect">
            <a:avLst/>
          </a:prstGeom>
          <a:noFill/>
          <a:ln>
            <a:noFill/>
          </a:ln>
        </p:spPr>
      </p:pic>
      <p:pic>
        <p:nvPicPr>
          <p:cNvPr id="459" name="Google Shape;459;p47"/>
          <p:cNvPicPr preferRelativeResize="0"/>
          <p:nvPr/>
        </p:nvPicPr>
        <p:blipFill>
          <a:blip r:embed="rId6">
            <a:alphaModFix/>
          </a:blip>
          <a:stretch>
            <a:fillRect/>
          </a:stretch>
        </p:blipFill>
        <p:spPr>
          <a:xfrm>
            <a:off x="3601537" y="1295643"/>
            <a:ext cx="1888576" cy="1395838"/>
          </a:xfrm>
          <a:prstGeom prst="rect">
            <a:avLst/>
          </a:prstGeom>
          <a:noFill/>
          <a:ln>
            <a:noFill/>
          </a:ln>
        </p:spPr>
      </p:pic>
      <p:sp>
        <p:nvSpPr>
          <p:cNvPr id="460" name="Google Shape;460;p47"/>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64"/>
        <p:cNvGrpSpPr/>
        <p:nvPr/>
      </p:nvGrpSpPr>
      <p:grpSpPr>
        <a:xfrm>
          <a:off x="0" y="0"/>
          <a:ext cx="0" cy="0"/>
          <a:chOff x="0" y="0"/>
          <a:chExt cx="0" cy="0"/>
        </a:xfrm>
      </p:grpSpPr>
      <p:pic>
        <p:nvPicPr>
          <p:cNvPr id="465" name="Google Shape;465;p48"/>
          <p:cNvPicPr preferRelativeResize="0"/>
          <p:nvPr/>
        </p:nvPicPr>
        <p:blipFill>
          <a:blip r:embed="rId3">
            <a:alphaModFix/>
          </a:blip>
          <a:stretch>
            <a:fillRect/>
          </a:stretch>
        </p:blipFill>
        <p:spPr>
          <a:xfrm>
            <a:off x="3372374" y="2513225"/>
            <a:ext cx="2520950" cy="2325475"/>
          </a:xfrm>
          <a:prstGeom prst="rect">
            <a:avLst/>
          </a:prstGeom>
          <a:noFill/>
          <a:ln>
            <a:noFill/>
          </a:ln>
        </p:spPr>
      </p:pic>
      <p:pic>
        <p:nvPicPr>
          <p:cNvPr id="466" name="Google Shape;466;p48"/>
          <p:cNvPicPr preferRelativeResize="0"/>
          <p:nvPr/>
        </p:nvPicPr>
        <p:blipFill>
          <a:blip r:embed="rId4">
            <a:alphaModFix/>
          </a:blip>
          <a:stretch>
            <a:fillRect/>
          </a:stretch>
        </p:blipFill>
        <p:spPr>
          <a:xfrm>
            <a:off x="6535201" y="3327003"/>
            <a:ext cx="2230950" cy="1461498"/>
          </a:xfrm>
          <a:prstGeom prst="rect">
            <a:avLst/>
          </a:prstGeom>
          <a:noFill/>
          <a:ln>
            <a:noFill/>
          </a:ln>
        </p:spPr>
      </p:pic>
      <p:pic>
        <p:nvPicPr>
          <p:cNvPr id="467" name="Google Shape;467;p48"/>
          <p:cNvPicPr preferRelativeResize="0"/>
          <p:nvPr/>
        </p:nvPicPr>
        <p:blipFill>
          <a:blip r:embed="rId5">
            <a:alphaModFix/>
          </a:blip>
          <a:stretch>
            <a:fillRect/>
          </a:stretch>
        </p:blipFill>
        <p:spPr>
          <a:xfrm>
            <a:off x="402175" y="2925051"/>
            <a:ext cx="2360080" cy="1799825"/>
          </a:xfrm>
          <a:prstGeom prst="rect">
            <a:avLst/>
          </a:prstGeom>
          <a:noFill/>
          <a:ln>
            <a:noFill/>
          </a:ln>
        </p:spPr>
      </p:pic>
      <p:pic>
        <p:nvPicPr>
          <p:cNvPr id="468" name="Google Shape;468;p48"/>
          <p:cNvPicPr preferRelativeResize="0"/>
          <p:nvPr/>
        </p:nvPicPr>
        <p:blipFill>
          <a:blip r:embed="rId6">
            <a:alphaModFix/>
          </a:blip>
          <a:stretch>
            <a:fillRect/>
          </a:stretch>
        </p:blipFill>
        <p:spPr>
          <a:xfrm>
            <a:off x="6732375" y="631050"/>
            <a:ext cx="1295575" cy="17274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72"/>
        <p:cNvGrpSpPr/>
        <p:nvPr/>
      </p:nvGrpSpPr>
      <p:grpSpPr>
        <a:xfrm>
          <a:off x="0" y="0"/>
          <a:ext cx="0" cy="0"/>
          <a:chOff x="0" y="0"/>
          <a:chExt cx="0" cy="0"/>
        </a:xfrm>
      </p:grpSpPr>
      <p:pic>
        <p:nvPicPr>
          <p:cNvPr id="473" name="Google Shape;473;p49"/>
          <p:cNvPicPr preferRelativeResize="0"/>
          <p:nvPr/>
        </p:nvPicPr>
        <p:blipFill>
          <a:blip r:embed="rId3">
            <a:alphaModFix/>
          </a:blip>
          <a:stretch>
            <a:fillRect/>
          </a:stretch>
        </p:blipFill>
        <p:spPr>
          <a:xfrm>
            <a:off x="534776" y="2298725"/>
            <a:ext cx="4119550" cy="2359025"/>
          </a:xfrm>
          <a:prstGeom prst="rect">
            <a:avLst/>
          </a:prstGeom>
          <a:noFill/>
          <a:ln>
            <a:noFill/>
          </a:ln>
        </p:spPr>
      </p:pic>
      <p:pic>
        <p:nvPicPr>
          <p:cNvPr id="474" name="Google Shape;474;p49"/>
          <p:cNvPicPr preferRelativeResize="0"/>
          <p:nvPr/>
        </p:nvPicPr>
        <p:blipFill>
          <a:blip r:embed="rId4">
            <a:alphaModFix/>
          </a:blip>
          <a:stretch>
            <a:fillRect/>
          </a:stretch>
        </p:blipFill>
        <p:spPr>
          <a:xfrm>
            <a:off x="5819800" y="3415498"/>
            <a:ext cx="2371074" cy="1242250"/>
          </a:xfrm>
          <a:prstGeom prst="rect">
            <a:avLst/>
          </a:prstGeom>
          <a:noFill/>
          <a:ln>
            <a:noFill/>
          </a:ln>
        </p:spPr>
      </p:pic>
      <p:sp>
        <p:nvSpPr>
          <p:cNvPr id="475" name="Google Shape;475;p49"/>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79"/>
        <p:cNvGrpSpPr/>
        <p:nvPr/>
      </p:nvGrpSpPr>
      <p:grpSpPr>
        <a:xfrm>
          <a:off x="0" y="0"/>
          <a:ext cx="0" cy="0"/>
          <a:chOff x="0" y="0"/>
          <a:chExt cx="0" cy="0"/>
        </a:xfrm>
      </p:grpSpPr>
      <p:pic>
        <p:nvPicPr>
          <p:cNvPr id="480" name="Google Shape;480;p50"/>
          <p:cNvPicPr preferRelativeResize="0"/>
          <p:nvPr/>
        </p:nvPicPr>
        <p:blipFill>
          <a:blip r:embed="rId3">
            <a:alphaModFix/>
          </a:blip>
          <a:stretch>
            <a:fillRect/>
          </a:stretch>
        </p:blipFill>
        <p:spPr>
          <a:xfrm>
            <a:off x="3792596" y="2145251"/>
            <a:ext cx="2395505" cy="2583001"/>
          </a:xfrm>
          <a:prstGeom prst="rect">
            <a:avLst/>
          </a:prstGeom>
          <a:noFill/>
          <a:ln>
            <a:noFill/>
          </a:ln>
        </p:spPr>
      </p:pic>
      <p:pic>
        <p:nvPicPr>
          <p:cNvPr id="481" name="Google Shape;481;p50"/>
          <p:cNvPicPr preferRelativeResize="0"/>
          <p:nvPr/>
        </p:nvPicPr>
        <p:blipFill>
          <a:blip r:embed="rId4">
            <a:alphaModFix/>
          </a:blip>
          <a:stretch>
            <a:fillRect/>
          </a:stretch>
        </p:blipFill>
        <p:spPr>
          <a:xfrm>
            <a:off x="499275" y="2464158"/>
            <a:ext cx="2616557" cy="2264104"/>
          </a:xfrm>
          <a:prstGeom prst="rect">
            <a:avLst/>
          </a:prstGeom>
          <a:noFill/>
          <a:ln>
            <a:noFill/>
          </a:ln>
        </p:spPr>
      </p:pic>
      <p:pic>
        <p:nvPicPr>
          <p:cNvPr id="482" name="Google Shape;482;p50"/>
          <p:cNvPicPr preferRelativeResize="0"/>
          <p:nvPr/>
        </p:nvPicPr>
        <p:blipFill>
          <a:blip r:embed="rId5">
            <a:alphaModFix/>
          </a:blip>
          <a:stretch>
            <a:fillRect/>
          </a:stretch>
        </p:blipFill>
        <p:spPr>
          <a:xfrm>
            <a:off x="7183356" y="2352077"/>
            <a:ext cx="1384369" cy="2299975"/>
          </a:xfrm>
          <a:prstGeom prst="rect">
            <a:avLst/>
          </a:prstGeom>
          <a:noFill/>
          <a:ln>
            <a:noFill/>
          </a:ln>
        </p:spPr>
      </p:pic>
      <p:sp>
        <p:nvSpPr>
          <p:cNvPr id="483" name="Google Shape;483;p50"/>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87"/>
        <p:cNvGrpSpPr/>
        <p:nvPr/>
      </p:nvGrpSpPr>
      <p:grpSpPr>
        <a:xfrm>
          <a:off x="0" y="0"/>
          <a:ext cx="0" cy="0"/>
          <a:chOff x="0" y="0"/>
          <a:chExt cx="0" cy="0"/>
        </a:xfrm>
      </p:grpSpPr>
      <p:pic>
        <p:nvPicPr>
          <p:cNvPr id="488" name="Google Shape;488;p51"/>
          <p:cNvPicPr preferRelativeResize="0"/>
          <p:nvPr/>
        </p:nvPicPr>
        <p:blipFill>
          <a:blip r:embed="rId3">
            <a:alphaModFix/>
          </a:blip>
          <a:stretch>
            <a:fillRect/>
          </a:stretch>
        </p:blipFill>
        <p:spPr>
          <a:xfrm>
            <a:off x="216000" y="3317372"/>
            <a:ext cx="2076492" cy="1516203"/>
          </a:xfrm>
          <a:prstGeom prst="rect">
            <a:avLst/>
          </a:prstGeom>
          <a:noFill/>
          <a:ln>
            <a:noFill/>
          </a:ln>
        </p:spPr>
      </p:pic>
      <p:pic>
        <p:nvPicPr>
          <p:cNvPr id="489" name="Google Shape;489;p51"/>
          <p:cNvPicPr preferRelativeResize="0"/>
          <p:nvPr/>
        </p:nvPicPr>
        <p:blipFill>
          <a:blip r:embed="rId4">
            <a:alphaModFix/>
          </a:blip>
          <a:stretch>
            <a:fillRect/>
          </a:stretch>
        </p:blipFill>
        <p:spPr>
          <a:xfrm>
            <a:off x="3187638" y="3193609"/>
            <a:ext cx="2521612" cy="1570529"/>
          </a:xfrm>
          <a:prstGeom prst="rect">
            <a:avLst/>
          </a:prstGeom>
          <a:noFill/>
          <a:ln>
            <a:noFill/>
          </a:ln>
        </p:spPr>
      </p:pic>
      <p:pic>
        <p:nvPicPr>
          <p:cNvPr id="490" name="Google Shape;490;p51"/>
          <p:cNvPicPr preferRelativeResize="0"/>
          <p:nvPr/>
        </p:nvPicPr>
        <p:blipFill>
          <a:blip r:embed="rId5">
            <a:alphaModFix/>
          </a:blip>
          <a:stretch>
            <a:fillRect/>
          </a:stretch>
        </p:blipFill>
        <p:spPr>
          <a:xfrm>
            <a:off x="6802503" y="2908509"/>
            <a:ext cx="1858499" cy="1855622"/>
          </a:xfrm>
          <a:prstGeom prst="rect">
            <a:avLst/>
          </a:prstGeom>
          <a:noFill/>
          <a:ln>
            <a:noFill/>
          </a:ln>
        </p:spPr>
      </p:pic>
      <p:sp>
        <p:nvSpPr>
          <p:cNvPr id="491" name="Google Shape;491;p51"/>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95"/>
        <p:cNvGrpSpPr/>
        <p:nvPr/>
      </p:nvGrpSpPr>
      <p:grpSpPr>
        <a:xfrm>
          <a:off x="0" y="0"/>
          <a:ext cx="0" cy="0"/>
          <a:chOff x="0" y="0"/>
          <a:chExt cx="0" cy="0"/>
        </a:xfrm>
      </p:grpSpPr>
      <p:pic>
        <p:nvPicPr>
          <p:cNvPr id="496" name="Google Shape;496;p52"/>
          <p:cNvPicPr preferRelativeResize="0"/>
          <p:nvPr/>
        </p:nvPicPr>
        <p:blipFill>
          <a:blip r:embed="rId3">
            <a:alphaModFix/>
          </a:blip>
          <a:stretch>
            <a:fillRect/>
          </a:stretch>
        </p:blipFill>
        <p:spPr>
          <a:xfrm>
            <a:off x="5310200" y="2289275"/>
            <a:ext cx="2357450" cy="2446999"/>
          </a:xfrm>
          <a:prstGeom prst="rect">
            <a:avLst/>
          </a:prstGeom>
          <a:noFill/>
          <a:ln>
            <a:noFill/>
          </a:ln>
        </p:spPr>
      </p:pic>
      <p:pic>
        <p:nvPicPr>
          <p:cNvPr id="497" name="Google Shape;497;p52"/>
          <p:cNvPicPr preferRelativeResize="0"/>
          <p:nvPr/>
        </p:nvPicPr>
        <p:blipFill>
          <a:blip r:embed="rId4">
            <a:alphaModFix/>
          </a:blip>
          <a:stretch>
            <a:fillRect/>
          </a:stretch>
        </p:blipFill>
        <p:spPr>
          <a:xfrm>
            <a:off x="1178700" y="2400718"/>
            <a:ext cx="2503749" cy="2152709"/>
          </a:xfrm>
          <a:prstGeom prst="rect">
            <a:avLst/>
          </a:prstGeom>
          <a:noFill/>
          <a:ln>
            <a:noFill/>
          </a:ln>
        </p:spPr>
      </p:pic>
      <p:sp>
        <p:nvSpPr>
          <p:cNvPr id="498" name="Google Shape;498;p52"/>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02"/>
        <p:cNvGrpSpPr/>
        <p:nvPr/>
      </p:nvGrpSpPr>
      <p:grpSpPr>
        <a:xfrm>
          <a:off x="0" y="0"/>
          <a:ext cx="0" cy="0"/>
          <a:chOff x="0" y="0"/>
          <a:chExt cx="0" cy="0"/>
        </a:xfrm>
      </p:grpSpPr>
      <p:pic>
        <p:nvPicPr>
          <p:cNvPr id="503" name="Google Shape;503;p53"/>
          <p:cNvPicPr preferRelativeResize="0"/>
          <p:nvPr/>
        </p:nvPicPr>
        <p:blipFill>
          <a:blip r:embed="rId3">
            <a:alphaModFix/>
          </a:blip>
          <a:stretch>
            <a:fillRect/>
          </a:stretch>
        </p:blipFill>
        <p:spPr>
          <a:xfrm>
            <a:off x="4533901" y="1324425"/>
            <a:ext cx="4202902" cy="3500000"/>
          </a:xfrm>
          <a:prstGeom prst="rect">
            <a:avLst/>
          </a:prstGeom>
          <a:noFill/>
          <a:ln>
            <a:noFill/>
          </a:ln>
        </p:spPr>
      </p:pic>
      <p:pic>
        <p:nvPicPr>
          <p:cNvPr id="504" name="Google Shape;504;p53"/>
          <p:cNvPicPr preferRelativeResize="0"/>
          <p:nvPr/>
        </p:nvPicPr>
        <p:blipFill>
          <a:blip r:embed="rId4">
            <a:alphaModFix/>
          </a:blip>
          <a:stretch>
            <a:fillRect/>
          </a:stretch>
        </p:blipFill>
        <p:spPr>
          <a:xfrm>
            <a:off x="545325" y="2232800"/>
            <a:ext cx="2943199" cy="2534450"/>
          </a:xfrm>
          <a:prstGeom prst="rect">
            <a:avLst/>
          </a:prstGeom>
          <a:noFill/>
          <a:ln>
            <a:noFill/>
          </a:ln>
        </p:spPr>
      </p:pic>
      <p:sp>
        <p:nvSpPr>
          <p:cNvPr id="505" name="Google Shape;505;p53"/>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09"/>
        <p:cNvGrpSpPr/>
        <p:nvPr/>
      </p:nvGrpSpPr>
      <p:grpSpPr>
        <a:xfrm>
          <a:off x="0" y="0"/>
          <a:ext cx="0" cy="0"/>
          <a:chOff x="0" y="0"/>
          <a:chExt cx="0" cy="0"/>
        </a:xfrm>
      </p:grpSpPr>
      <p:pic>
        <p:nvPicPr>
          <p:cNvPr id="510" name="Google Shape;510;p54"/>
          <p:cNvPicPr preferRelativeResize="0"/>
          <p:nvPr/>
        </p:nvPicPr>
        <p:blipFill>
          <a:blip r:embed="rId3">
            <a:alphaModFix/>
          </a:blip>
          <a:stretch>
            <a:fillRect/>
          </a:stretch>
        </p:blipFill>
        <p:spPr>
          <a:xfrm>
            <a:off x="2426988" y="1760200"/>
            <a:ext cx="4290023" cy="2837074"/>
          </a:xfrm>
          <a:prstGeom prst="rect">
            <a:avLst/>
          </a:prstGeom>
          <a:noFill/>
          <a:ln>
            <a:noFill/>
          </a:ln>
        </p:spPr>
      </p:pic>
      <p:sp>
        <p:nvSpPr>
          <p:cNvPr id="511" name="Google Shape;511;p54"/>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15"/>
        <p:cNvGrpSpPr/>
        <p:nvPr/>
      </p:nvGrpSpPr>
      <p:grpSpPr>
        <a:xfrm>
          <a:off x="0" y="0"/>
          <a:ext cx="0" cy="0"/>
          <a:chOff x="0" y="0"/>
          <a:chExt cx="0" cy="0"/>
        </a:xfrm>
      </p:grpSpPr>
      <p:pic>
        <p:nvPicPr>
          <p:cNvPr id="516" name="Google Shape;516;p55"/>
          <p:cNvPicPr preferRelativeResize="0"/>
          <p:nvPr/>
        </p:nvPicPr>
        <p:blipFill>
          <a:blip r:embed="rId3">
            <a:alphaModFix/>
          </a:blip>
          <a:stretch>
            <a:fillRect/>
          </a:stretch>
        </p:blipFill>
        <p:spPr>
          <a:xfrm>
            <a:off x="2488550" y="1917925"/>
            <a:ext cx="4166902" cy="2604301"/>
          </a:xfrm>
          <a:prstGeom prst="rect">
            <a:avLst/>
          </a:prstGeom>
          <a:noFill/>
          <a:ln>
            <a:noFill/>
          </a:ln>
        </p:spPr>
      </p:pic>
      <p:sp>
        <p:nvSpPr>
          <p:cNvPr id="517" name="Google Shape;517;p55"/>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21"/>
        <p:cNvGrpSpPr/>
        <p:nvPr/>
      </p:nvGrpSpPr>
      <p:grpSpPr>
        <a:xfrm>
          <a:off x="0" y="0"/>
          <a:ext cx="0" cy="0"/>
          <a:chOff x="0" y="0"/>
          <a:chExt cx="0" cy="0"/>
        </a:xfrm>
      </p:grpSpPr>
      <p:pic>
        <p:nvPicPr>
          <p:cNvPr id="522" name="Google Shape;522;p56"/>
          <p:cNvPicPr preferRelativeResize="0"/>
          <p:nvPr/>
        </p:nvPicPr>
        <p:blipFill>
          <a:blip r:embed="rId3">
            <a:alphaModFix/>
          </a:blip>
          <a:stretch>
            <a:fillRect/>
          </a:stretch>
        </p:blipFill>
        <p:spPr>
          <a:xfrm>
            <a:off x="1371125" y="2134726"/>
            <a:ext cx="6401751" cy="2510050"/>
          </a:xfrm>
          <a:prstGeom prst="rect">
            <a:avLst/>
          </a:prstGeom>
          <a:noFill/>
          <a:ln>
            <a:noFill/>
          </a:ln>
        </p:spPr>
      </p:pic>
      <p:sp>
        <p:nvSpPr>
          <p:cNvPr id="523" name="Google Shape;523;p56"/>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27"/>
        <p:cNvGrpSpPr/>
        <p:nvPr/>
      </p:nvGrpSpPr>
      <p:grpSpPr>
        <a:xfrm>
          <a:off x="0" y="0"/>
          <a:ext cx="0" cy="0"/>
          <a:chOff x="0" y="0"/>
          <a:chExt cx="0" cy="0"/>
        </a:xfrm>
      </p:grpSpPr>
      <p:pic>
        <p:nvPicPr>
          <p:cNvPr id="528" name="Google Shape;528;p57"/>
          <p:cNvPicPr preferRelativeResize="0"/>
          <p:nvPr/>
        </p:nvPicPr>
        <p:blipFill>
          <a:blip r:embed="rId3">
            <a:alphaModFix/>
          </a:blip>
          <a:stretch>
            <a:fillRect/>
          </a:stretch>
        </p:blipFill>
        <p:spPr>
          <a:xfrm>
            <a:off x="749300" y="2937550"/>
            <a:ext cx="1637450" cy="1626225"/>
          </a:xfrm>
          <a:prstGeom prst="rect">
            <a:avLst/>
          </a:prstGeom>
          <a:noFill/>
          <a:ln>
            <a:noFill/>
          </a:ln>
        </p:spPr>
      </p:pic>
      <p:pic>
        <p:nvPicPr>
          <p:cNvPr id="529" name="Google Shape;529;p57"/>
          <p:cNvPicPr preferRelativeResize="0"/>
          <p:nvPr/>
        </p:nvPicPr>
        <p:blipFill>
          <a:blip r:embed="rId4">
            <a:alphaModFix/>
          </a:blip>
          <a:stretch>
            <a:fillRect/>
          </a:stretch>
        </p:blipFill>
        <p:spPr>
          <a:xfrm>
            <a:off x="7145038" y="3261400"/>
            <a:ext cx="1214325" cy="998820"/>
          </a:xfrm>
          <a:prstGeom prst="rect">
            <a:avLst/>
          </a:prstGeom>
          <a:noFill/>
          <a:ln>
            <a:noFill/>
          </a:ln>
        </p:spPr>
      </p:pic>
      <p:pic>
        <p:nvPicPr>
          <p:cNvPr id="530" name="Google Shape;530;p57"/>
          <p:cNvPicPr preferRelativeResize="0"/>
          <p:nvPr/>
        </p:nvPicPr>
        <p:blipFill>
          <a:blip r:embed="rId5">
            <a:alphaModFix/>
          </a:blip>
          <a:stretch>
            <a:fillRect/>
          </a:stretch>
        </p:blipFill>
        <p:spPr>
          <a:xfrm>
            <a:off x="3580982" y="2861350"/>
            <a:ext cx="2293643" cy="1775225"/>
          </a:xfrm>
          <a:prstGeom prst="rect">
            <a:avLst/>
          </a:prstGeom>
          <a:noFill/>
          <a:ln>
            <a:noFill/>
          </a:ln>
        </p:spPr>
      </p:pic>
      <p:sp>
        <p:nvSpPr>
          <p:cNvPr id="531" name="Google Shape;531;p57"/>
          <p:cNvSpPr txBox="1">
            <a:spLocks noGrp="1"/>
          </p:cNvSpPr>
          <p:nvPr>
            <p:ph type="subTitle" idx="1"/>
          </p:nvPr>
        </p:nvSpPr>
        <p:spPr>
          <a:xfrm>
            <a:off x="139800" y="1537525"/>
            <a:ext cx="49095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Sobachka (Doggy) is our career character, </a:t>
            </a:r>
            <a:br>
              <a:rPr lang="en" sz="1600">
                <a:solidFill>
                  <a:schemeClr val="dk1"/>
                </a:solidFill>
                <a:latin typeface="Inter"/>
                <a:ea typeface="Inter"/>
                <a:cs typeface="Inter"/>
                <a:sym typeface="Inter"/>
              </a:rPr>
            </a:br>
            <a:r>
              <a:rPr lang="en" sz="1600">
                <a:solidFill>
                  <a:schemeClr val="dk1"/>
                </a:solidFill>
                <a:latin typeface="Inter"/>
                <a:ea typeface="Inter"/>
                <a:cs typeface="Inter"/>
                <a:sym typeface="Inter"/>
              </a:rPr>
              <a:t>but we also use it in other contexts sometimes</a:t>
            </a:r>
            <a:endParaRPr sz="1600">
              <a:solidFill>
                <a:schemeClr val="dk1"/>
              </a:solidFill>
              <a:latin typeface="Inter"/>
              <a:ea typeface="Inter"/>
              <a:cs typeface="Inter"/>
              <a:sym typeface="Inter"/>
            </a:endParaRPr>
          </a:p>
        </p:txBody>
      </p:sp>
      <p:sp>
        <p:nvSpPr>
          <p:cNvPr id="532" name="Google Shape;532;p57"/>
          <p:cNvSpPr txBox="1">
            <a:spLocks noGrp="1"/>
          </p:cNvSpPr>
          <p:nvPr>
            <p:ph type="subTitle" idx="2"/>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36"/>
        <p:cNvGrpSpPr/>
        <p:nvPr/>
      </p:nvGrpSpPr>
      <p:grpSpPr>
        <a:xfrm>
          <a:off x="0" y="0"/>
          <a:ext cx="0" cy="0"/>
          <a:chOff x="0" y="0"/>
          <a:chExt cx="0" cy="0"/>
        </a:xfrm>
      </p:grpSpPr>
      <p:pic>
        <p:nvPicPr>
          <p:cNvPr id="537" name="Google Shape;537;p58"/>
          <p:cNvPicPr preferRelativeResize="0"/>
          <p:nvPr/>
        </p:nvPicPr>
        <p:blipFill>
          <a:blip r:embed="rId3">
            <a:alphaModFix/>
          </a:blip>
          <a:stretch>
            <a:fillRect/>
          </a:stretch>
        </p:blipFill>
        <p:spPr>
          <a:xfrm>
            <a:off x="1121090" y="2491300"/>
            <a:ext cx="2946930" cy="2001349"/>
          </a:xfrm>
          <a:prstGeom prst="rect">
            <a:avLst/>
          </a:prstGeom>
          <a:noFill/>
          <a:ln>
            <a:noFill/>
          </a:ln>
        </p:spPr>
      </p:pic>
      <p:pic>
        <p:nvPicPr>
          <p:cNvPr id="538" name="Google Shape;538;p58"/>
          <p:cNvPicPr preferRelativeResize="0"/>
          <p:nvPr/>
        </p:nvPicPr>
        <p:blipFill>
          <a:blip r:embed="rId4">
            <a:alphaModFix/>
          </a:blip>
          <a:stretch>
            <a:fillRect/>
          </a:stretch>
        </p:blipFill>
        <p:spPr>
          <a:xfrm>
            <a:off x="5044575" y="2415100"/>
            <a:ext cx="2946924" cy="2153726"/>
          </a:xfrm>
          <a:prstGeom prst="rect">
            <a:avLst/>
          </a:prstGeom>
          <a:noFill/>
          <a:ln>
            <a:noFill/>
          </a:ln>
        </p:spPr>
      </p:pic>
      <p:sp>
        <p:nvSpPr>
          <p:cNvPr id="539" name="Google Shape;539;p58"/>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43"/>
        <p:cNvGrpSpPr/>
        <p:nvPr/>
      </p:nvGrpSpPr>
      <p:grpSpPr>
        <a:xfrm>
          <a:off x="0" y="0"/>
          <a:ext cx="0" cy="0"/>
          <a:chOff x="0" y="0"/>
          <a:chExt cx="0" cy="0"/>
        </a:xfrm>
      </p:grpSpPr>
      <p:pic>
        <p:nvPicPr>
          <p:cNvPr id="544" name="Google Shape;544;p59"/>
          <p:cNvPicPr preferRelativeResize="0"/>
          <p:nvPr/>
        </p:nvPicPr>
        <p:blipFill>
          <a:blip r:embed="rId3">
            <a:alphaModFix/>
          </a:blip>
          <a:stretch>
            <a:fillRect/>
          </a:stretch>
        </p:blipFill>
        <p:spPr>
          <a:xfrm>
            <a:off x="761700" y="2617558"/>
            <a:ext cx="3451124" cy="1862343"/>
          </a:xfrm>
          <a:prstGeom prst="rect">
            <a:avLst/>
          </a:prstGeom>
          <a:noFill/>
          <a:ln>
            <a:noFill/>
          </a:ln>
        </p:spPr>
      </p:pic>
      <p:pic>
        <p:nvPicPr>
          <p:cNvPr id="545" name="Google Shape;545;p59"/>
          <p:cNvPicPr preferRelativeResize="0"/>
          <p:nvPr/>
        </p:nvPicPr>
        <p:blipFill>
          <a:blip r:embed="rId4">
            <a:alphaModFix/>
          </a:blip>
          <a:stretch>
            <a:fillRect/>
          </a:stretch>
        </p:blipFill>
        <p:spPr>
          <a:xfrm>
            <a:off x="5457739" y="2190150"/>
            <a:ext cx="2744986" cy="2412499"/>
          </a:xfrm>
          <a:prstGeom prst="rect">
            <a:avLst/>
          </a:prstGeom>
          <a:noFill/>
          <a:ln>
            <a:noFill/>
          </a:ln>
        </p:spPr>
      </p:pic>
      <p:sp>
        <p:nvSpPr>
          <p:cNvPr id="546" name="Google Shape;546;p59"/>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50"/>
        <p:cNvGrpSpPr/>
        <p:nvPr/>
      </p:nvGrpSpPr>
      <p:grpSpPr>
        <a:xfrm>
          <a:off x="0" y="0"/>
          <a:ext cx="0" cy="0"/>
          <a:chOff x="0" y="0"/>
          <a:chExt cx="0" cy="0"/>
        </a:xfrm>
      </p:grpSpPr>
      <p:pic>
        <p:nvPicPr>
          <p:cNvPr id="551" name="Google Shape;551;p60"/>
          <p:cNvPicPr preferRelativeResize="0"/>
          <p:nvPr/>
        </p:nvPicPr>
        <p:blipFill>
          <a:blip r:embed="rId3">
            <a:alphaModFix/>
          </a:blip>
          <a:stretch>
            <a:fillRect/>
          </a:stretch>
        </p:blipFill>
        <p:spPr>
          <a:xfrm>
            <a:off x="746400" y="3145337"/>
            <a:ext cx="1572967" cy="1235709"/>
          </a:xfrm>
          <a:prstGeom prst="rect">
            <a:avLst/>
          </a:prstGeom>
          <a:noFill/>
          <a:ln>
            <a:noFill/>
          </a:ln>
        </p:spPr>
      </p:pic>
      <p:pic>
        <p:nvPicPr>
          <p:cNvPr id="552" name="Google Shape;552;p60"/>
          <p:cNvPicPr preferRelativeResize="0"/>
          <p:nvPr/>
        </p:nvPicPr>
        <p:blipFill>
          <a:blip r:embed="rId4">
            <a:alphaModFix/>
          </a:blip>
          <a:stretch>
            <a:fillRect/>
          </a:stretch>
        </p:blipFill>
        <p:spPr>
          <a:xfrm>
            <a:off x="6609183" y="2560500"/>
            <a:ext cx="1615942" cy="1937931"/>
          </a:xfrm>
          <a:prstGeom prst="rect">
            <a:avLst/>
          </a:prstGeom>
          <a:noFill/>
          <a:ln>
            <a:noFill/>
          </a:ln>
        </p:spPr>
      </p:pic>
      <p:pic>
        <p:nvPicPr>
          <p:cNvPr id="553" name="Google Shape;553;p60"/>
          <p:cNvPicPr preferRelativeResize="0"/>
          <p:nvPr/>
        </p:nvPicPr>
        <p:blipFill>
          <a:blip r:embed="rId5">
            <a:alphaModFix/>
          </a:blip>
          <a:stretch>
            <a:fillRect/>
          </a:stretch>
        </p:blipFill>
        <p:spPr>
          <a:xfrm>
            <a:off x="3838198" y="3086649"/>
            <a:ext cx="1252168" cy="1353088"/>
          </a:xfrm>
          <a:prstGeom prst="rect">
            <a:avLst/>
          </a:prstGeom>
          <a:noFill/>
          <a:ln>
            <a:noFill/>
          </a:ln>
        </p:spPr>
      </p:pic>
      <p:sp>
        <p:nvSpPr>
          <p:cNvPr id="554" name="Google Shape;554;p60"/>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58"/>
        <p:cNvGrpSpPr/>
        <p:nvPr/>
      </p:nvGrpSpPr>
      <p:grpSpPr>
        <a:xfrm>
          <a:off x="0" y="0"/>
          <a:ext cx="0" cy="0"/>
          <a:chOff x="0" y="0"/>
          <a:chExt cx="0" cy="0"/>
        </a:xfrm>
      </p:grpSpPr>
      <p:sp>
        <p:nvSpPr>
          <p:cNvPr id="559" name="Google Shape;559;p61"/>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pic>
        <p:nvPicPr>
          <p:cNvPr id="560" name="Google Shape;560;p61"/>
          <p:cNvPicPr preferRelativeResize="0"/>
          <p:nvPr/>
        </p:nvPicPr>
        <p:blipFill>
          <a:blip r:embed="rId3">
            <a:alphaModFix/>
          </a:blip>
          <a:stretch>
            <a:fillRect/>
          </a:stretch>
        </p:blipFill>
        <p:spPr>
          <a:xfrm>
            <a:off x="338850" y="3170525"/>
            <a:ext cx="2344962" cy="1594349"/>
          </a:xfrm>
          <a:prstGeom prst="rect">
            <a:avLst/>
          </a:prstGeom>
          <a:noFill/>
          <a:ln>
            <a:noFill/>
          </a:ln>
        </p:spPr>
      </p:pic>
      <p:pic>
        <p:nvPicPr>
          <p:cNvPr id="561" name="Google Shape;561;p61"/>
          <p:cNvPicPr preferRelativeResize="0"/>
          <p:nvPr/>
        </p:nvPicPr>
        <p:blipFill>
          <a:blip r:embed="rId4">
            <a:alphaModFix/>
          </a:blip>
          <a:stretch>
            <a:fillRect/>
          </a:stretch>
        </p:blipFill>
        <p:spPr>
          <a:xfrm>
            <a:off x="6818975" y="3092825"/>
            <a:ext cx="1692525" cy="1650375"/>
          </a:xfrm>
          <a:prstGeom prst="rect">
            <a:avLst/>
          </a:prstGeom>
          <a:noFill/>
          <a:ln>
            <a:noFill/>
          </a:ln>
        </p:spPr>
      </p:pic>
      <p:pic>
        <p:nvPicPr>
          <p:cNvPr id="562" name="Google Shape;562;p61"/>
          <p:cNvPicPr preferRelativeResize="0"/>
          <p:nvPr/>
        </p:nvPicPr>
        <p:blipFill>
          <a:blip r:embed="rId5">
            <a:alphaModFix/>
          </a:blip>
          <a:stretch>
            <a:fillRect/>
          </a:stretch>
        </p:blipFill>
        <p:spPr>
          <a:xfrm>
            <a:off x="3730722" y="2672030"/>
            <a:ext cx="2041332" cy="2092845"/>
          </a:xfrm>
          <a:prstGeom prst="rect">
            <a:avLst/>
          </a:prstGeom>
          <a:noFill/>
          <a:ln>
            <a:noFill/>
          </a:ln>
        </p:spPr>
      </p:pic>
      <p:pic>
        <p:nvPicPr>
          <p:cNvPr id="563" name="Google Shape;563;p61"/>
          <p:cNvPicPr preferRelativeResize="0"/>
          <p:nvPr/>
        </p:nvPicPr>
        <p:blipFill>
          <a:blip r:embed="rId6">
            <a:alphaModFix/>
          </a:blip>
          <a:stretch>
            <a:fillRect/>
          </a:stretch>
        </p:blipFill>
        <p:spPr>
          <a:xfrm>
            <a:off x="6374350" y="930100"/>
            <a:ext cx="2137150" cy="1287700"/>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855</TotalTime>
  <Words>1523</Words>
  <Application>Microsoft Office PowerPoint</Application>
  <PresentationFormat>Presentación en pantalla (16:9)</PresentationFormat>
  <Paragraphs>157</Paragraphs>
  <Slides>44</Slides>
  <Notes>44</Notes>
  <HiddenSlides>35</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44</vt:i4>
      </vt:variant>
    </vt:vector>
  </HeadingPairs>
  <TitlesOfParts>
    <vt:vector size="51" baseType="lpstr">
      <vt:lpstr>Inter ExtraBold</vt:lpstr>
      <vt:lpstr>Inter</vt:lpstr>
      <vt:lpstr>Arial</vt:lpstr>
      <vt:lpstr>Roboto Mono</vt:lpstr>
      <vt:lpstr>Inter SemiBold</vt:lpstr>
      <vt:lpstr>Inter Medium</vt:lpstr>
      <vt:lpstr>Simple Light</vt:lpstr>
      <vt:lpstr>Webinar 21 - Sprint 9 Análisis de negocio</vt:lpstr>
      <vt:lpstr>Agenda</vt:lpstr>
      <vt:lpstr>Acuerdos</vt:lpstr>
      <vt:lpstr>Objetivo</vt:lpstr>
      <vt:lpstr>Midamos los ánimos</vt:lpstr>
      <vt:lpstr>Recap</vt:lpstr>
      <vt:lpstr>Vamos a Jupyter!</vt:lpstr>
      <vt:lpstr>¿Cómo te sientes luego de la sesión?</vt:lpstr>
      <vt:lpstr>Thanks      for coming!</vt:lpstr>
      <vt:lpstr>Slide title</vt:lpstr>
      <vt:lpstr>Slide title</vt:lpstr>
      <vt:lpstr>Slide title</vt:lpstr>
      <vt:lpstr>Slide title</vt:lpstr>
      <vt:lpstr>Slide title</vt:lpstr>
      <vt:lpstr>Slide title</vt:lpstr>
      <vt:lpstr>Slide title</vt:lpstr>
      <vt:lpstr>Slide title</vt:lpstr>
      <vt:lpstr>Code example</vt:lpstr>
      <vt:lpstr>Accent slide</vt:lpstr>
      <vt:lpstr>What? A scalable product</vt:lpstr>
      <vt:lpstr>Points</vt:lpstr>
      <vt:lpstr>Some data</vt:lpstr>
      <vt:lpstr>Additional assets ↓</vt:lpstr>
      <vt:lpstr>Our photo stock</vt:lpstr>
      <vt:lpstr>Presentación de PowerPoint</vt:lpstr>
      <vt:lpstr>Presentación de PowerPoint</vt:lpstr>
      <vt:lpstr>Student      support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Leyton Jean Piere Castro</cp:lastModifiedBy>
  <cp:revision>18</cp:revision>
  <dcterms:modified xsi:type="dcterms:W3CDTF">2025-04-13T21:58:55Z</dcterms:modified>
</cp:coreProperties>
</file>