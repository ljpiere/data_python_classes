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8" r:id="rId5"/>
    <p:sldId id="275" r:id="rId6"/>
    <p:sldId id="264" r:id="rId7"/>
    <p:sldId id="262" r:id="rId8"/>
    <p:sldId id="277" r:id="rId9"/>
    <p:sldId id="304"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5 - Sprint 2</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Bucles</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Hablemos un momento (:</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Listas anidadas – Sprint 1</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Bucles – Sprint 2</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has sentido esta semana?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sym typeface="Inter Medium"/>
              </a:rPr>
              <a:t>Explorar los bucles for</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Conocer los bucles while y su implementación</a:t>
            </a:r>
            <a:endParaRPr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Formatear </a:t>
            </a:r>
            <a:r>
              <a:rPr lang="es-CO" sz="1800" dirty="0" err="1"/>
              <a:t>strings</a:t>
            </a:r>
            <a:r>
              <a:rPr lang="es-CO" sz="1800" dirty="0"/>
              <a:t> usando bucles</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Python básico</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Recordemos los indices de las listas.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recuerdas por slicing?</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entiendes por un bucle?</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¿Diferencias entre buclces for y while?</a:t>
            </a:r>
            <a:endParaRPr sz="2000" dirty="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¿Cómo definirías un bucle for?</a:t>
            </a:r>
            <a:endParaRPr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¿Cual es su diferencia con el bucle while?</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¿Cuál consideras es el más fácil </a:t>
            </a:r>
            <a:r>
              <a:rPr lang="es-CO" sz="1800"/>
              <a:t>de implementar?</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TotalTime>
  <Words>1595</Words>
  <Application>Microsoft Office PowerPoint</Application>
  <PresentationFormat>Presentación en pantalla (16:9)</PresentationFormat>
  <Paragraphs>170</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Arial</vt:lpstr>
      <vt:lpstr>Roboto Mono</vt:lpstr>
      <vt:lpstr>Inter SemiBold</vt:lpstr>
      <vt:lpstr>Inter</vt:lpstr>
      <vt:lpstr>Inter Medium</vt:lpstr>
      <vt:lpstr>Inter ExtraBold</vt:lpstr>
      <vt:lpstr>Simple Light</vt:lpstr>
      <vt:lpstr>Webinar 5 - Sprint 2 Bucles</vt:lpstr>
      <vt:lpstr>Agenda</vt:lpstr>
      <vt:lpstr>Acuerdos</vt:lpstr>
      <vt:lpstr>¿Cómo te has sentido esta semana?</vt:lpstr>
      <vt:lpstr>Objetivo</vt:lpstr>
      <vt:lpstr>Recap</vt:lpstr>
      <vt:lpstr>Python básico</vt:lpstr>
      <vt:lpstr>Vamos a Jupyter!</vt:lpstr>
      <vt:lpstr>Hora de cerrar ):</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6</cp:revision>
  <dcterms:modified xsi:type="dcterms:W3CDTF">2025-07-24T03:22:10Z</dcterms:modified>
</cp:coreProperties>
</file>