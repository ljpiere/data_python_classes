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48"/>
  </p:notesMasterIdLst>
  <p:sldIdLst>
    <p:sldId id="256" r:id="rId2"/>
    <p:sldId id="258" r:id="rId3"/>
    <p:sldId id="305" r:id="rId4"/>
    <p:sldId id="278" r:id="rId5"/>
    <p:sldId id="275" r:id="rId6"/>
    <p:sldId id="264" r:id="rId7"/>
    <p:sldId id="262" r:id="rId8"/>
    <p:sldId id="277" r:id="rId9"/>
    <p:sldId id="304" r:id="rId10"/>
    <p:sldId id="281" r:id="rId11"/>
    <p:sldId id="263" r:id="rId12"/>
    <p:sldId id="265" r:id="rId13"/>
    <p:sldId id="266" r:id="rId14"/>
    <p:sldId id="267" r:id="rId15"/>
    <p:sldId id="268" r:id="rId16"/>
    <p:sldId id="269" r:id="rId17"/>
    <p:sldId id="270" r:id="rId18"/>
    <p:sldId id="271" r:id="rId19"/>
    <p:sldId id="272" r:id="rId20"/>
    <p:sldId id="273" r:id="rId21"/>
    <p:sldId id="274" r:id="rId22"/>
    <p:sldId id="276" r:id="rId23"/>
    <p:sldId id="279" r:id="rId24"/>
    <p:sldId id="280"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Lst>
  <p:sldSz cx="9144000" cy="5143500" type="screen16x9"/>
  <p:notesSz cx="6858000" cy="9144000"/>
  <p:embeddedFontLst>
    <p:embeddedFont>
      <p:font typeface="Inter" panose="020B0604020202020204" charset="0"/>
      <p:regular r:id="rId49"/>
      <p:bold r:id="rId50"/>
      <p:italic r:id="rId51"/>
      <p:boldItalic r:id="rId52"/>
    </p:embeddedFont>
    <p:embeddedFont>
      <p:font typeface="Inter ExtraBold" panose="020B0604020202020204" charset="0"/>
      <p:bold r:id="rId53"/>
      <p:boldItalic r:id="rId54"/>
    </p:embeddedFont>
    <p:embeddedFont>
      <p:font typeface="Inter Medium" panose="020B0604020202020204" charset="0"/>
      <p:regular r:id="rId55"/>
      <p:bold r:id="rId56"/>
      <p:italic r:id="rId57"/>
      <p:boldItalic r:id="rId58"/>
    </p:embeddedFont>
    <p:embeddedFont>
      <p:font typeface="Inter SemiBold" panose="020B0604020202020204" charset="0"/>
      <p:regular r:id="rId59"/>
      <p:bold r:id="rId60"/>
      <p:italic r:id="rId61"/>
      <p:boldItalic r:id="rId62"/>
    </p:embeddedFont>
    <p:embeddedFont>
      <p:font typeface="Roboto Mono" panose="00000009000000000000" pitchFamily="49" charset="0"/>
      <p:regular r:id="rId63"/>
      <p:bold r:id="rId64"/>
      <p:italic r:id="rId65"/>
      <p:boldItalic r:id="rId6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988" y="52"/>
      </p:cViewPr>
      <p:guideLst>
        <p:guide pos="144"/>
        <p:guide orient="horz" pos="144"/>
        <p:guide pos="5616"/>
        <p:guide orient="horz" pos="3096"/>
        <p:guide orient="horz" pos="4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5.fntdata"/><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font" Target="fonts/font10.fntdata"/><Relationship Id="rId66" Type="http://schemas.openxmlformats.org/officeDocument/2006/relationships/font" Target="fonts/font18.fntdata"/><Relationship Id="rId5" Type="http://schemas.openxmlformats.org/officeDocument/2006/relationships/slide" Target="slides/slide4.xml"/><Relationship Id="rId61" Type="http://schemas.openxmlformats.org/officeDocument/2006/relationships/font" Target="fonts/font1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font" Target="fonts/font8.fntdata"/><Relationship Id="rId64" Type="http://schemas.openxmlformats.org/officeDocument/2006/relationships/font" Target="fonts/font16.fntdata"/><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1.fntdata"/><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62" Type="http://schemas.openxmlformats.org/officeDocument/2006/relationships/font" Target="fonts/font14.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font" Target="fonts/font12.fntdata"/><Relationship Id="rId65"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2.fntdata"/><Relationship Id="rId55"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2cf41384e5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cf5b16db11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0FEF89FD-C9D3-0A0F-FEA7-14C455C0816A}"/>
            </a:ext>
          </a:extLst>
        </p:cNvPr>
        <p:cNvGrpSpPr/>
        <p:nvPr/>
      </p:nvGrpSpPr>
      <p:grpSpPr>
        <a:xfrm>
          <a:off x="0" y="0"/>
          <a:ext cx="0" cy="0"/>
          <a:chOff x="0" y="0"/>
          <a:chExt cx="0" cy="0"/>
        </a:xfrm>
      </p:grpSpPr>
      <p:sp>
        <p:nvSpPr>
          <p:cNvPr id="210" name="Google Shape;210;g2da1afbcdf4_0_862:notes">
            <a:extLst>
              <a:ext uri="{FF2B5EF4-FFF2-40B4-BE49-F238E27FC236}">
                <a16:creationId xmlns:a16="http://schemas.microsoft.com/office/drawing/2014/main" id="{85CB231E-FE2A-E76F-81F0-C9196448F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a:extLst>
              <a:ext uri="{FF2B5EF4-FFF2-40B4-BE49-F238E27FC236}">
                <a16:creationId xmlns:a16="http://schemas.microsoft.com/office/drawing/2014/main" id="{F68282D3-6D50-7CD0-3B0A-29173B9580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141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da1afbcdf4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da1afbcdf4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8.jp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6" Type="http://schemas.openxmlformats.org/officeDocument/2006/relationships/image" Target="../media/image34.png"/><Relationship Id="rId21" Type="http://schemas.openxmlformats.org/officeDocument/2006/relationships/image" Target="../media/image29.png"/><Relationship Id="rId34" Type="http://schemas.openxmlformats.org/officeDocument/2006/relationships/image" Target="../media/image42.png"/><Relationship Id="rId42" Type="http://schemas.openxmlformats.org/officeDocument/2006/relationships/image" Target="../media/image50.png"/><Relationship Id="rId47" Type="http://schemas.openxmlformats.org/officeDocument/2006/relationships/image" Target="../media/image55.png"/><Relationship Id="rId50" Type="http://schemas.openxmlformats.org/officeDocument/2006/relationships/image" Target="../media/image58.png"/><Relationship Id="rId55" Type="http://schemas.openxmlformats.org/officeDocument/2006/relationships/image" Target="../media/image63.png"/><Relationship Id="rId63" Type="http://schemas.openxmlformats.org/officeDocument/2006/relationships/image" Target="../media/image70.png"/><Relationship Id="rId68" Type="http://schemas.openxmlformats.org/officeDocument/2006/relationships/image" Target="../media/image75.png"/><Relationship Id="rId7" Type="http://schemas.openxmlformats.org/officeDocument/2006/relationships/image" Target="../media/image15.png"/><Relationship Id="rId2" Type="http://schemas.openxmlformats.org/officeDocument/2006/relationships/notesSlide" Target="../notesSlides/notesSlide27.xml"/><Relationship Id="rId16" Type="http://schemas.openxmlformats.org/officeDocument/2006/relationships/image" Target="../media/image24.png"/><Relationship Id="rId29" Type="http://schemas.openxmlformats.org/officeDocument/2006/relationships/image" Target="../media/image37.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image" Target="../media/image40.png"/><Relationship Id="rId37" Type="http://schemas.openxmlformats.org/officeDocument/2006/relationships/image" Target="../media/image45.png"/><Relationship Id="rId40" Type="http://schemas.openxmlformats.org/officeDocument/2006/relationships/image" Target="../media/image48.png"/><Relationship Id="rId45" Type="http://schemas.openxmlformats.org/officeDocument/2006/relationships/image" Target="../media/image53.png"/><Relationship Id="rId53" Type="http://schemas.openxmlformats.org/officeDocument/2006/relationships/image" Target="../media/image61.png"/><Relationship Id="rId58" Type="http://schemas.openxmlformats.org/officeDocument/2006/relationships/image" Target="../media/image7.png"/><Relationship Id="rId66" Type="http://schemas.openxmlformats.org/officeDocument/2006/relationships/image" Target="../media/image73.png"/><Relationship Id="rId5" Type="http://schemas.openxmlformats.org/officeDocument/2006/relationships/image" Target="../media/image13.png"/><Relationship Id="rId61" Type="http://schemas.openxmlformats.org/officeDocument/2006/relationships/image" Target="../media/image68.png"/><Relationship Id="rId19" Type="http://schemas.openxmlformats.org/officeDocument/2006/relationships/image" Target="../media/image2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 Id="rId35" Type="http://schemas.openxmlformats.org/officeDocument/2006/relationships/image" Target="../media/image43.png"/><Relationship Id="rId43" Type="http://schemas.openxmlformats.org/officeDocument/2006/relationships/image" Target="../media/image51.png"/><Relationship Id="rId48" Type="http://schemas.openxmlformats.org/officeDocument/2006/relationships/image" Target="../media/image56.png"/><Relationship Id="rId56" Type="http://schemas.openxmlformats.org/officeDocument/2006/relationships/image" Target="../media/image64.png"/><Relationship Id="rId64" Type="http://schemas.openxmlformats.org/officeDocument/2006/relationships/image" Target="../media/image71.png"/><Relationship Id="rId8" Type="http://schemas.openxmlformats.org/officeDocument/2006/relationships/image" Target="../media/image16.png"/><Relationship Id="rId51" Type="http://schemas.openxmlformats.org/officeDocument/2006/relationships/image" Target="../media/image59.png"/><Relationship Id="rId3" Type="http://schemas.openxmlformats.org/officeDocument/2006/relationships/image" Target="../media/image11.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33" Type="http://schemas.openxmlformats.org/officeDocument/2006/relationships/image" Target="../media/image41.png"/><Relationship Id="rId38" Type="http://schemas.openxmlformats.org/officeDocument/2006/relationships/image" Target="../media/image46.png"/><Relationship Id="rId46" Type="http://schemas.openxmlformats.org/officeDocument/2006/relationships/image" Target="../media/image54.png"/><Relationship Id="rId59" Type="http://schemas.openxmlformats.org/officeDocument/2006/relationships/image" Target="../media/image66.png"/><Relationship Id="rId67" Type="http://schemas.openxmlformats.org/officeDocument/2006/relationships/image" Target="../media/image74.png"/><Relationship Id="rId20" Type="http://schemas.openxmlformats.org/officeDocument/2006/relationships/image" Target="../media/image28.png"/><Relationship Id="rId41" Type="http://schemas.openxmlformats.org/officeDocument/2006/relationships/image" Target="../media/image49.png"/><Relationship Id="rId54" Type="http://schemas.openxmlformats.org/officeDocument/2006/relationships/image" Target="../media/image62.png"/><Relationship Id="rId62" Type="http://schemas.openxmlformats.org/officeDocument/2006/relationships/image" Target="../media/image69.png"/><Relationship Id="rId1" Type="http://schemas.openxmlformats.org/officeDocument/2006/relationships/slideLayout" Target="../slideLayouts/slideLayout11.xml"/><Relationship Id="rId6" Type="http://schemas.openxmlformats.org/officeDocument/2006/relationships/image" Target="../media/image14.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36" Type="http://schemas.openxmlformats.org/officeDocument/2006/relationships/image" Target="../media/image44.png"/><Relationship Id="rId49" Type="http://schemas.openxmlformats.org/officeDocument/2006/relationships/image" Target="../media/image57.png"/><Relationship Id="rId57" Type="http://schemas.openxmlformats.org/officeDocument/2006/relationships/image" Target="../media/image65.png"/><Relationship Id="rId10" Type="http://schemas.openxmlformats.org/officeDocument/2006/relationships/image" Target="../media/image18.png"/><Relationship Id="rId31" Type="http://schemas.openxmlformats.org/officeDocument/2006/relationships/image" Target="../media/image39.png"/><Relationship Id="rId44" Type="http://schemas.openxmlformats.org/officeDocument/2006/relationships/image" Target="../media/image52.png"/><Relationship Id="rId52" Type="http://schemas.openxmlformats.org/officeDocument/2006/relationships/image" Target="../media/image60.png"/><Relationship Id="rId60" Type="http://schemas.openxmlformats.org/officeDocument/2006/relationships/image" Target="../media/image67.png"/><Relationship Id="rId65" Type="http://schemas.openxmlformats.org/officeDocument/2006/relationships/image" Target="../media/image72.png"/><Relationship Id="rId4" Type="http://schemas.openxmlformats.org/officeDocument/2006/relationships/image" Target="../media/image12.png"/><Relationship Id="rId9" Type="http://schemas.openxmlformats.org/officeDocument/2006/relationships/image" Target="../media/image17.png"/><Relationship Id="rId13" Type="http://schemas.openxmlformats.org/officeDocument/2006/relationships/image" Target="../media/image21.png"/><Relationship Id="rId18" Type="http://schemas.openxmlformats.org/officeDocument/2006/relationships/image" Target="../media/image26.png"/><Relationship Id="rId39" Type="http://schemas.openxmlformats.org/officeDocument/2006/relationships/image" Target="../media/image47.png"/></Relationships>
</file>

<file path=ppt/slides/_rels/slide28.xml.rels><?xml version="1.0" encoding="UTF-8" standalone="yes"?>
<Relationships xmlns="http://schemas.openxmlformats.org/package/2006/relationships"><Relationship Id="rId13" Type="http://schemas.openxmlformats.org/officeDocument/2006/relationships/image" Target="../media/image86.png"/><Relationship Id="rId18" Type="http://schemas.openxmlformats.org/officeDocument/2006/relationships/image" Target="../media/image91.png"/><Relationship Id="rId26" Type="http://schemas.openxmlformats.org/officeDocument/2006/relationships/image" Target="../media/image99.png"/><Relationship Id="rId39" Type="http://schemas.openxmlformats.org/officeDocument/2006/relationships/image" Target="../media/image112.png"/><Relationship Id="rId21" Type="http://schemas.openxmlformats.org/officeDocument/2006/relationships/image" Target="../media/image94.png"/><Relationship Id="rId34" Type="http://schemas.openxmlformats.org/officeDocument/2006/relationships/image" Target="../media/image107.png"/><Relationship Id="rId42" Type="http://schemas.openxmlformats.org/officeDocument/2006/relationships/image" Target="../media/image115.png"/><Relationship Id="rId47" Type="http://schemas.openxmlformats.org/officeDocument/2006/relationships/image" Target="../media/image120.png"/><Relationship Id="rId50" Type="http://schemas.openxmlformats.org/officeDocument/2006/relationships/image" Target="../media/image123.png"/><Relationship Id="rId55" Type="http://schemas.openxmlformats.org/officeDocument/2006/relationships/image" Target="../media/image128.png"/><Relationship Id="rId63" Type="http://schemas.openxmlformats.org/officeDocument/2006/relationships/image" Target="../media/image136.png"/><Relationship Id="rId7" Type="http://schemas.openxmlformats.org/officeDocument/2006/relationships/image" Target="../media/image80.png"/><Relationship Id="rId2" Type="http://schemas.openxmlformats.org/officeDocument/2006/relationships/notesSlide" Target="../notesSlides/notesSlide28.xml"/><Relationship Id="rId16" Type="http://schemas.openxmlformats.org/officeDocument/2006/relationships/image" Target="../media/image89.png"/><Relationship Id="rId29" Type="http://schemas.openxmlformats.org/officeDocument/2006/relationships/image" Target="../media/image102.png"/><Relationship Id="rId11" Type="http://schemas.openxmlformats.org/officeDocument/2006/relationships/image" Target="../media/image84.png"/><Relationship Id="rId24" Type="http://schemas.openxmlformats.org/officeDocument/2006/relationships/image" Target="../media/image97.png"/><Relationship Id="rId32" Type="http://schemas.openxmlformats.org/officeDocument/2006/relationships/image" Target="../media/image105.png"/><Relationship Id="rId37" Type="http://schemas.openxmlformats.org/officeDocument/2006/relationships/image" Target="../media/image110.png"/><Relationship Id="rId40" Type="http://schemas.openxmlformats.org/officeDocument/2006/relationships/image" Target="../media/image113.png"/><Relationship Id="rId45" Type="http://schemas.openxmlformats.org/officeDocument/2006/relationships/image" Target="../media/image118.png"/><Relationship Id="rId53" Type="http://schemas.openxmlformats.org/officeDocument/2006/relationships/image" Target="../media/image126.png"/><Relationship Id="rId58" Type="http://schemas.openxmlformats.org/officeDocument/2006/relationships/image" Target="../media/image131.png"/><Relationship Id="rId5" Type="http://schemas.openxmlformats.org/officeDocument/2006/relationships/image" Target="../media/image78.png"/><Relationship Id="rId61" Type="http://schemas.openxmlformats.org/officeDocument/2006/relationships/image" Target="../media/image134.png"/><Relationship Id="rId19" Type="http://schemas.openxmlformats.org/officeDocument/2006/relationships/image" Target="../media/image92.png"/><Relationship Id="rId14" Type="http://schemas.openxmlformats.org/officeDocument/2006/relationships/image" Target="../media/image87.png"/><Relationship Id="rId22" Type="http://schemas.openxmlformats.org/officeDocument/2006/relationships/image" Target="../media/image95.png"/><Relationship Id="rId27" Type="http://schemas.openxmlformats.org/officeDocument/2006/relationships/image" Target="../media/image100.png"/><Relationship Id="rId30" Type="http://schemas.openxmlformats.org/officeDocument/2006/relationships/image" Target="../media/image103.png"/><Relationship Id="rId35" Type="http://schemas.openxmlformats.org/officeDocument/2006/relationships/image" Target="../media/image108.png"/><Relationship Id="rId43" Type="http://schemas.openxmlformats.org/officeDocument/2006/relationships/image" Target="../media/image116.png"/><Relationship Id="rId48" Type="http://schemas.openxmlformats.org/officeDocument/2006/relationships/image" Target="../media/image121.png"/><Relationship Id="rId56" Type="http://schemas.openxmlformats.org/officeDocument/2006/relationships/image" Target="../media/image129.png"/><Relationship Id="rId8" Type="http://schemas.openxmlformats.org/officeDocument/2006/relationships/image" Target="../media/image81.png"/><Relationship Id="rId51" Type="http://schemas.openxmlformats.org/officeDocument/2006/relationships/image" Target="../media/image124.png"/><Relationship Id="rId3" Type="http://schemas.openxmlformats.org/officeDocument/2006/relationships/image" Target="../media/image76.png"/><Relationship Id="rId12" Type="http://schemas.openxmlformats.org/officeDocument/2006/relationships/image" Target="../media/image85.png"/><Relationship Id="rId17" Type="http://schemas.openxmlformats.org/officeDocument/2006/relationships/image" Target="../media/image90.png"/><Relationship Id="rId25" Type="http://schemas.openxmlformats.org/officeDocument/2006/relationships/image" Target="../media/image98.png"/><Relationship Id="rId33" Type="http://schemas.openxmlformats.org/officeDocument/2006/relationships/image" Target="../media/image106.png"/><Relationship Id="rId38" Type="http://schemas.openxmlformats.org/officeDocument/2006/relationships/image" Target="../media/image111.png"/><Relationship Id="rId46" Type="http://schemas.openxmlformats.org/officeDocument/2006/relationships/image" Target="../media/image119.png"/><Relationship Id="rId59" Type="http://schemas.openxmlformats.org/officeDocument/2006/relationships/image" Target="../media/image132.png"/><Relationship Id="rId20" Type="http://schemas.openxmlformats.org/officeDocument/2006/relationships/image" Target="../media/image93.png"/><Relationship Id="rId41" Type="http://schemas.openxmlformats.org/officeDocument/2006/relationships/image" Target="../media/image114.png"/><Relationship Id="rId54" Type="http://schemas.openxmlformats.org/officeDocument/2006/relationships/image" Target="../media/image127.png"/><Relationship Id="rId62" Type="http://schemas.openxmlformats.org/officeDocument/2006/relationships/image" Target="../media/image135.png"/><Relationship Id="rId1" Type="http://schemas.openxmlformats.org/officeDocument/2006/relationships/slideLayout" Target="../slideLayouts/slideLayout11.xml"/><Relationship Id="rId6" Type="http://schemas.openxmlformats.org/officeDocument/2006/relationships/image" Target="../media/image79.png"/><Relationship Id="rId15" Type="http://schemas.openxmlformats.org/officeDocument/2006/relationships/image" Target="../media/image88.png"/><Relationship Id="rId23" Type="http://schemas.openxmlformats.org/officeDocument/2006/relationships/image" Target="../media/image96.png"/><Relationship Id="rId28" Type="http://schemas.openxmlformats.org/officeDocument/2006/relationships/image" Target="../media/image101.png"/><Relationship Id="rId36" Type="http://schemas.openxmlformats.org/officeDocument/2006/relationships/image" Target="../media/image109.png"/><Relationship Id="rId49" Type="http://schemas.openxmlformats.org/officeDocument/2006/relationships/image" Target="../media/image122.png"/><Relationship Id="rId57" Type="http://schemas.openxmlformats.org/officeDocument/2006/relationships/image" Target="../media/image130.png"/><Relationship Id="rId10" Type="http://schemas.openxmlformats.org/officeDocument/2006/relationships/image" Target="../media/image83.png"/><Relationship Id="rId31" Type="http://schemas.openxmlformats.org/officeDocument/2006/relationships/image" Target="../media/image104.png"/><Relationship Id="rId44" Type="http://schemas.openxmlformats.org/officeDocument/2006/relationships/image" Target="../media/image117.png"/><Relationship Id="rId52" Type="http://schemas.openxmlformats.org/officeDocument/2006/relationships/image" Target="../media/image125.png"/><Relationship Id="rId60" Type="http://schemas.openxmlformats.org/officeDocument/2006/relationships/image" Target="../media/image133.png"/><Relationship Id="rId4" Type="http://schemas.openxmlformats.org/officeDocument/2006/relationships/image" Target="../media/image77.png"/><Relationship Id="rId9" Type="http://schemas.openxmlformats.org/officeDocument/2006/relationships/image" Target="../media/image82.pn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137.png"/><Relationship Id="rId7" Type="http://schemas.openxmlformats.org/officeDocument/2006/relationships/image" Target="../media/image141.png"/><Relationship Id="rId2" Type="http://schemas.openxmlformats.org/officeDocument/2006/relationships/notesSlide" Target="../notesSlides/notesSlide31.xml"/><Relationship Id="rId1" Type="http://schemas.openxmlformats.org/officeDocument/2006/relationships/slideLayout" Target="../slideLayouts/slideLayout11.xml"/><Relationship Id="rId6" Type="http://schemas.openxmlformats.org/officeDocument/2006/relationships/image" Target="../media/image140.png"/><Relationship Id="rId5" Type="http://schemas.openxmlformats.org/officeDocument/2006/relationships/image" Target="../media/image139.png"/><Relationship Id="rId4" Type="http://schemas.openxmlformats.org/officeDocument/2006/relationships/image" Target="../media/image138.png"/></Relationships>
</file>

<file path=ppt/slides/_rels/slide32.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32.xml"/><Relationship Id="rId1" Type="http://schemas.openxmlformats.org/officeDocument/2006/relationships/slideLayout" Target="../slideLayouts/slideLayout11.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33.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33.xml"/><Relationship Id="rId1" Type="http://schemas.openxmlformats.org/officeDocument/2006/relationships/slideLayout" Target="../slideLayouts/slideLayout11.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s>
</file>

<file path=ppt/slides/_rels/slide34.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34.xml"/><Relationship Id="rId1" Type="http://schemas.openxmlformats.org/officeDocument/2006/relationships/slideLayout" Target="../slideLayouts/slideLayout11.xml"/><Relationship Id="rId4" Type="http://schemas.openxmlformats.org/officeDocument/2006/relationships/image" Target="../media/image151.png"/></Relationships>
</file>

<file path=ppt/slides/_rels/slide35.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35.xml"/><Relationship Id="rId1" Type="http://schemas.openxmlformats.org/officeDocument/2006/relationships/slideLayout" Target="../slideLayouts/slideLayout11.xml"/><Relationship Id="rId5" Type="http://schemas.openxmlformats.org/officeDocument/2006/relationships/image" Target="../media/image154.png"/><Relationship Id="rId4" Type="http://schemas.openxmlformats.org/officeDocument/2006/relationships/image" Target="../media/image153.png"/></Relationships>
</file>

<file path=ppt/slides/_rels/slide36.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36.xml"/><Relationship Id="rId1" Type="http://schemas.openxmlformats.org/officeDocument/2006/relationships/slideLayout" Target="../slideLayouts/slideLayout11.xml"/><Relationship Id="rId5" Type="http://schemas.openxmlformats.org/officeDocument/2006/relationships/image" Target="../media/image157.png"/><Relationship Id="rId4" Type="http://schemas.openxmlformats.org/officeDocument/2006/relationships/image" Target="../media/image156.png"/></Relationships>
</file>

<file path=ppt/slides/_rels/slide37.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37.xml"/><Relationship Id="rId1" Type="http://schemas.openxmlformats.org/officeDocument/2006/relationships/slideLayout" Target="../slideLayouts/slideLayout11.xml"/><Relationship Id="rId4" Type="http://schemas.openxmlformats.org/officeDocument/2006/relationships/image" Target="../media/image159.png"/></Relationships>
</file>

<file path=ppt/slides/_rels/slide3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38.xml"/><Relationship Id="rId1" Type="http://schemas.openxmlformats.org/officeDocument/2006/relationships/slideLayout" Target="../slideLayouts/slideLayout11.xml"/><Relationship Id="rId4" Type="http://schemas.openxmlformats.org/officeDocument/2006/relationships/image" Target="../media/image161.png"/></Relationships>
</file>

<file path=ppt/slides/_rels/slide39.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42.xml"/><Relationship Id="rId1" Type="http://schemas.openxmlformats.org/officeDocument/2006/relationships/slideLayout" Target="../slideLayouts/slideLayout11.xml"/><Relationship Id="rId5" Type="http://schemas.openxmlformats.org/officeDocument/2006/relationships/image" Target="../media/image167.png"/><Relationship Id="rId4" Type="http://schemas.openxmlformats.org/officeDocument/2006/relationships/image" Target="../media/image166.png"/></Relationships>
</file>

<file path=ppt/slides/_rels/slide43.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43.xml"/><Relationship Id="rId1" Type="http://schemas.openxmlformats.org/officeDocument/2006/relationships/slideLayout" Target="../slideLayouts/slideLayout11.xml"/><Relationship Id="rId4" Type="http://schemas.openxmlformats.org/officeDocument/2006/relationships/image" Target="../media/image169.png"/></Relationships>
</file>

<file path=ppt/slides/_rels/slide44.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44.xml"/><Relationship Id="rId1" Type="http://schemas.openxmlformats.org/officeDocument/2006/relationships/slideLayout" Target="../slideLayouts/slideLayout11.xml"/><Relationship Id="rId4" Type="http://schemas.openxmlformats.org/officeDocument/2006/relationships/image" Target="../media/image171.png"/></Relationships>
</file>

<file path=ppt/slides/_rels/slide45.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45.xml"/><Relationship Id="rId1" Type="http://schemas.openxmlformats.org/officeDocument/2006/relationships/slideLayout" Target="../slideLayouts/slideLayout11.xml"/><Relationship Id="rId5" Type="http://schemas.openxmlformats.org/officeDocument/2006/relationships/image" Target="../media/image174.png"/><Relationship Id="rId4" Type="http://schemas.openxmlformats.org/officeDocument/2006/relationships/image" Target="../media/image173.png"/></Relationships>
</file>

<file path=ppt/slides/_rels/slide46.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46.xml"/><Relationship Id="rId1" Type="http://schemas.openxmlformats.org/officeDocument/2006/relationships/slideLayout" Target="../slideLayouts/slideLayout11.xml"/><Relationship Id="rId6" Type="http://schemas.openxmlformats.org/officeDocument/2006/relationships/image" Target="../media/image178.png"/><Relationship Id="rId5" Type="http://schemas.openxmlformats.org/officeDocument/2006/relationships/image" Target="../media/image177.png"/><Relationship Id="rId4" Type="http://schemas.openxmlformats.org/officeDocument/2006/relationships/image" Target="../media/image17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600"/>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2 - Sprint 1</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n" sz="2000" dirty="0">
                <a:solidFill>
                  <a:srgbClr val="1A1A1A"/>
                </a:solidFill>
                <a:latin typeface="Inter"/>
                <a:ea typeface="Inter"/>
                <a:cs typeface="Inter"/>
                <a:sym typeface="Inter"/>
              </a:rPr>
              <a:t>Introducción a tu primer proyecto</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Hablemos un momento (:</a:t>
            </a: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Recap</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Exploración ejercicio aplicados</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Formateo de </a:t>
            </a:r>
            <a:r>
              <a:rPr lang="es-CO" sz="2400" dirty="0" err="1">
                <a:solidFill>
                  <a:srgbClr val="1A1A1A"/>
                </a:solidFill>
                <a:latin typeface="Inter"/>
                <a:ea typeface="Inter"/>
                <a:cs typeface="Inter"/>
                <a:sym typeface="Inter"/>
              </a:rPr>
              <a:t>strings</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3508623"/>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¿Cómo te has sentido esta primera semana?</a:t>
            </a:r>
            <a:endParaRPr sz="6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Manipular tipos de datos string</a:t>
            </a:r>
            <a:endParaRPr sz="1800" dirty="0"/>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Convertir variables a distintos tipos de datos</a:t>
            </a:r>
            <a:endParaRPr sz="1800" dirty="0"/>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Formatear datos string para mostrar en pantalla</a:t>
            </a:r>
            <a:endParaRPr sz="1800" dirty="0"/>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2050" name="Picture 2">
            <a:extLst>
              <a:ext uri="{FF2B5EF4-FFF2-40B4-BE49-F238E27FC236}">
                <a16:creationId xmlns:a16="http://schemas.microsoft.com/office/drawing/2014/main" id="{C620BD7C-F612-5733-08B0-847B27E4AC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8075" y="0"/>
            <a:ext cx="5191125"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p:cNvGrpSpPr/>
        <p:nvPr/>
      </p:nvGrpSpPr>
      <p:grpSpPr>
        <a:xfrm>
          <a:off x="0" y="0"/>
          <a:ext cx="0" cy="0"/>
          <a:chOff x="0" y="0"/>
          <a:chExt cx="0" cy="0"/>
        </a:xfrm>
      </p:grpSpPr>
      <p:pic>
        <p:nvPicPr>
          <p:cNvPr id="100" name="Google Shape;100;p2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Python básico</a:t>
            </a:r>
            <a:endParaRPr sz="4000" dirty="0">
              <a:solidFill>
                <a:srgbClr val="1A1A1A"/>
              </a:solidFill>
              <a:latin typeface="Inter ExtraBold"/>
              <a:ea typeface="Inter ExtraBold"/>
              <a:cs typeface="Inter ExtraBold"/>
              <a:sym typeface="Inter ExtraBold"/>
            </a:endParaRPr>
          </a:p>
        </p:txBody>
      </p:sp>
      <p:sp>
        <p:nvSpPr>
          <p:cNvPr id="102" name="Google Shape;102;p20"/>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n" sz="2000" dirty="0">
                <a:solidFill>
                  <a:srgbClr val="1A1A1A"/>
                </a:solidFill>
                <a:latin typeface="Inter"/>
                <a:ea typeface="Inter"/>
                <a:cs typeface="Inter"/>
                <a:sym typeface="Inter"/>
              </a:rPr>
              <a:t>Variables en todas partes, y en todos los lenguajes.</a:t>
            </a:r>
          </a:p>
          <a:p>
            <a:pPr marL="342900" lvl="0" indent="-342900" algn="l" rtl="0">
              <a:spcBef>
                <a:spcPts val="0"/>
              </a:spcBef>
              <a:spcAft>
                <a:spcPts val="0"/>
              </a:spcAft>
              <a:buFont typeface="Arial" panose="020B0604020202020204" pitchFamily="34" charset="0"/>
              <a:buChar char="•"/>
            </a:pPr>
            <a:r>
              <a:rPr lang="en" sz="2000" dirty="0">
                <a:solidFill>
                  <a:srgbClr val="1A1A1A"/>
                </a:solidFill>
                <a:latin typeface="Inter"/>
                <a:ea typeface="Inter"/>
                <a:cs typeface="Inter"/>
                <a:sym typeface="Inter"/>
              </a:rPr>
              <a:t>Manejo de strings, imaginemos una encuesta en línea, ¿Tendrías que manipular estos string?</a:t>
            </a:r>
          </a:p>
          <a:p>
            <a:pPr marL="342900" lvl="0" indent="-342900" algn="l" rtl="0">
              <a:spcBef>
                <a:spcPts val="0"/>
              </a:spcBef>
              <a:spcAft>
                <a:spcPts val="0"/>
              </a:spcAft>
              <a:buFont typeface="Arial" panose="020B0604020202020204" pitchFamily="34" charset="0"/>
              <a:buChar char="•"/>
            </a:pPr>
            <a:r>
              <a:rPr lang="en" sz="2000" dirty="0">
                <a:solidFill>
                  <a:srgbClr val="1A1A1A"/>
                </a:solidFill>
                <a:latin typeface="Inter"/>
                <a:ea typeface="Inter"/>
                <a:cs typeface="Inter"/>
                <a:sym typeface="Inter"/>
              </a:rPr>
              <a:t>Slicing, ¿qué similitud encontraste en los datos presentados en listas?, ¿Luce similar a manejar lineas de una hoja de cálculo?</a:t>
            </a:r>
            <a:endParaRPr sz="2000" dirty="0">
              <a:solidFill>
                <a:srgbClr val="1A1A1A"/>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p:cNvGrpSpPr/>
        <p:nvPr/>
      </p:nvGrpSpPr>
      <p:grpSpPr>
        <a:xfrm>
          <a:off x="0" y="0"/>
          <a:ext cx="0" cy="0"/>
          <a:chOff x="0" y="0"/>
          <a:chExt cx="0" cy="0"/>
        </a:xfrm>
      </p:grpSpPr>
      <p:sp>
        <p:nvSpPr>
          <p:cNvPr id="234" name="Google Shape;234;p35"/>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a Jupyter!</a:t>
            </a:r>
            <a:endParaRPr sz="4800" dirty="0">
              <a:solidFill>
                <a:srgbClr val="F2F1EE"/>
              </a:solidFill>
              <a:latin typeface="Inter ExtraBold"/>
              <a:ea typeface="Inter ExtraBold"/>
              <a:cs typeface="Inter ExtraBold"/>
              <a:sym typeface="Inter ExtraBold"/>
            </a:endParaRPr>
          </a:p>
        </p:txBody>
      </p:sp>
      <p:pic>
        <p:nvPicPr>
          <p:cNvPr id="235" name="Google Shape;235;p35"/>
          <p:cNvPicPr preferRelativeResize="0"/>
          <p:nvPr/>
        </p:nvPicPr>
        <p:blipFill>
          <a:blip r:embed="rId3">
            <a:alphaModFix/>
          </a:blip>
          <a:stretch>
            <a:fillRect/>
          </a:stretch>
        </p:blipFill>
        <p:spPr>
          <a:xfrm>
            <a:off x="228600" y="228600"/>
            <a:ext cx="868680" cy="19175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a:extLst>
            <a:ext uri="{FF2B5EF4-FFF2-40B4-BE49-F238E27FC236}">
              <a16:creationId xmlns:a16="http://schemas.microsoft.com/office/drawing/2014/main" id="{F451B5F1-7259-3DD9-613E-A41EC8285490}"/>
            </a:ext>
          </a:extLst>
        </p:cNvPr>
        <p:cNvGrpSpPr/>
        <p:nvPr/>
      </p:nvGrpSpPr>
      <p:grpSpPr>
        <a:xfrm>
          <a:off x="0" y="0"/>
          <a:ext cx="0" cy="0"/>
          <a:chOff x="0" y="0"/>
          <a:chExt cx="0" cy="0"/>
        </a:xfrm>
      </p:grpSpPr>
      <p:sp>
        <p:nvSpPr>
          <p:cNvPr id="213" name="Google Shape;213;p33">
            <a:extLst>
              <a:ext uri="{FF2B5EF4-FFF2-40B4-BE49-F238E27FC236}">
                <a16:creationId xmlns:a16="http://schemas.microsoft.com/office/drawing/2014/main" id="{59E11D9A-5BA4-9AFF-E8F9-11DF035AC330}"/>
              </a:ext>
            </a:extLst>
          </p:cNvPr>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¿Qué nos llevamos del manejo de excepciones?</a:t>
            </a:r>
            <a:endParaRPr sz="1800" dirty="0"/>
          </a:p>
        </p:txBody>
      </p:sp>
      <p:sp>
        <p:nvSpPr>
          <p:cNvPr id="214" name="Google Shape;214;p33">
            <a:extLst>
              <a:ext uri="{FF2B5EF4-FFF2-40B4-BE49-F238E27FC236}">
                <a16:creationId xmlns:a16="http://schemas.microsoft.com/office/drawing/2014/main" id="{311EAF08-B610-BD41-D05A-0B9B169BEEA9}"/>
              </a:ext>
            </a:extLst>
          </p:cNvPr>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¿Cómo resumirías el manejo o formateo de strings?</a:t>
            </a:r>
            <a:endParaRPr sz="1800" dirty="0"/>
          </a:p>
        </p:txBody>
      </p:sp>
      <p:sp>
        <p:nvSpPr>
          <p:cNvPr id="215" name="Google Shape;215;p33">
            <a:extLst>
              <a:ext uri="{FF2B5EF4-FFF2-40B4-BE49-F238E27FC236}">
                <a16:creationId xmlns:a16="http://schemas.microsoft.com/office/drawing/2014/main" id="{C57544CE-04B1-79BC-E904-D7C65F2E3117}"/>
              </a:ext>
            </a:extLst>
          </p:cNvPr>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t>¿Qué entendemos por variable?</a:t>
            </a:r>
            <a:endParaRPr sz="1800" dirty="0"/>
          </a:p>
        </p:txBody>
      </p:sp>
      <p:pic>
        <p:nvPicPr>
          <p:cNvPr id="216" name="Google Shape;216;p33">
            <a:extLst>
              <a:ext uri="{FF2B5EF4-FFF2-40B4-BE49-F238E27FC236}">
                <a16:creationId xmlns:a16="http://schemas.microsoft.com/office/drawing/2014/main" id="{0BEB178A-9EAA-0F72-1BE0-FA462E06161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a:extLst>
              <a:ext uri="{FF2B5EF4-FFF2-40B4-BE49-F238E27FC236}">
                <a16:creationId xmlns:a16="http://schemas.microsoft.com/office/drawing/2014/main" id="{9C51CE45-F2DF-58A9-B1DC-8AA90BAE08A9}"/>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Hora de cerrar ):</a:t>
            </a:r>
            <a:endParaRPr sz="4000" dirty="0">
              <a:solidFill>
                <a:srgbClr val="1A1A1A"/>
              </a:solidFill>
              <a:latin typeface="Inter ExtraBold"/>
              <a:ea typeface="Inter ExtraBold"/>
              <a:cs typeface="Inter ExtraBold"/>
              <a:sym typeface="Inter ExtraBold"/>
            </a:endParaRPr>
          </a:p>
        </p:txBody>
      </p:sp>
      <p:pic>
        <p:nvPicPr>
          <p:cNvPr id="218" name="Google Shape;218;p33">
            <a:extLst>
              <a:ext uri="{FF2B5EF4-FFF2-40B4-BE49-F238E27FC236}">
                <a16:creationId xmlns:a16="http://schemas.microsoft.com/office/drawing/2014/main" id="{E0EA6560-27E9-2DC2-8A9F-CD9503190D1F}"/>
              </a:ext>
            </a:extLst>
          </p:cNvPr>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a:extLst>
              <a:ext uri="{FF2B5EF4-FFF2-40B4-BE49-F238E27FC236}">
                <a16:creationId xmlns:a16="http://schemas.microsoft.com/office/drawing/2014/main" id="{5DFE7F9F-F86E-5F07-C15F-A91DFBF63BDC}"/>
              </a:ext>
            </a:extLst>
          </p:cNvPr>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a:extLst>
              <a:ext uri="{FF2B5EF4-FFF2-40B4-BE49-F238E27FC236}">
                <a16:creationId xmlns:a16="http://schemas.microsoft.com/office/drawing/2014/main" id="{14549617-5F98-CDA0-FBCE-57C318393FA8}"/>
              </a:ext>
            </a:extLst>
          </p:cNvPr>
          <p:cNvPicPr preferRelativeResize="0"/>
          <p:nvPr/>
        </p:nvPicPr>
        <p:blipFill>
          <a:blip r:embed="rId6">
            <a:alphaModFix/>
          </a:blip>
          <a:stretch>
            <a:fillRect/>
          </a:stretch>
        </p:blipFill>
        <p:spPr>
          <a:xfrm>
            <a:off x="6407419" y="2191460"/>
            <a:ext cx="474431" cy="760565"/>
          </a:xfrm>
          <a:prstGeom prst="rect">
            <a:avLst/>
          </a:prstGeom>
          <a:noFill/>
          <a:ln>
            <a:noFill/>
          </a:ln>
        </p:spPr>
      </p:pic>
    </p:spTree>
    <p:extLst>
      <p:ext uri="{BB962C8B-B14F-4D97-AF65-F5344CB8AC3E}">
        <p14:creationId xmlns:p14="http://schemas.microsoft.com/office/powerpoint/2010/main" val="302041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3000000" cy="3000000"/>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B69DF1"/>
        </a:solidFill>
        <a:effectLst/>
      </p:bgPr>
    </p:bg>
    <p:spTree>
      <p:nvGrpSpPr>
        <p:cNvPr id="1" name="Shape 203"/>
        <p:cNvGrpSpPr/>
        <p:nvPr/>
      </p:nvGrpSpPr>
      <p:grpSpPr>
        <a:xfrm>
          <a:off x="0" y="0"/>
          <a:ext cx="0" cy="0"/>
          <a:chOff x="0" y="0"/>
          <a:chExt cx="0" cy="0"/>
        </a:xfrm>
      </p:grpSpPr>
      <p:pic>
        <p:nvPicPr>
          <p:cNvPr id="204" name="Google Shape;204;p3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05" name="Google Shape;205;p32"/>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206" name="Google Shape;206;p32"/>
          <p:cNvSpPr/>
          <p:nvPr/>
        </p:nvSpPr>
        <p:spPr>
          <a:xfrm>
            <a:off x="228600" y="1375825"/>
            <a:ext cx="2722200" cy="3539100"/>
          </a:xfrm>
          <a:prstGeom prst="snip2DiagRect">
            <a:avLst>
              <a:gd name="adj1" fmla="val 0"/>
              <a:gd name="adj2" fmla="val 9217"/>
            </a:avLst>
          </a:prstGeom>
          <a:solidFill>
            <a:schemeClr val="lt1"/>
          </a:solidFill>
          <a:ln>
            <a:noFill/>
          </a:ln>
        </p:spPr>
        <p:txBody>
          <a:bodyPr spcFirstLastPara="1" wrap="square" lIns="91425" tIns="91425" rIns="91425" bIns="274300" anchor="t" anchorCtr="0">
            <a:noAutofit/>
          </a:bodyPr>
          <a:lstStyle/>
          <a:p>
            <a:pPr marL="0" lvl="0" indent="0" algn="l" rtl="0">
              <a:spcBef>
                <a:spcPts val="0"/>
              </a:spcBef>
              <a:spcAft>
                <a:spcPts val="0"/>
              </a:spcAft>
              <a:buNone/>
            </a:pPr>
            <a:r>
              <a:rPr lang="en" sz="2200">
                <a:solidFill>
                  <a:srgbClr val="1A1A1A"/>
                </a:solidFill>
                <a:latin typeface="Inter Medium"/>
                <a:ea typeface="Inter Medium"/>
                <a:cs typeface="Inter Medium"/>
                <a:sym typeface="Inter Medium"/>
              </a:rPr>
              <a:t>Thought one about something interesting</a:t>
            </a:r>
            <a:endParaRPr sz="2200">
              <a:solidFill>
                <a:srgbClr val="1A1A1A"/>
              </a:solidFill>
              <a:latin typeface="Inter Medium"/>
              <a:ea typeface="Inter Medium"/>
              <a:cs typeface="Inter Medium"/>
              <a:sym typeface="Inter Medium"/>
            </a:endParaRPr>
          </a:p>
        </p:txBody>
      </p:sp>
      <p:sp>
        <p:nvSpPr>
          <p:cNvPr id="207" name="Google Shape;207;p32"/>
          <p:cNvSpPr/>
          <p:nvPr/>
        </p:nvSpPr>
        <p:spPr>
          <a:xfrm>
            <a:off x="3209550" y="1375825"/>
            <a:ext cx="2724900" cy="3539100"/>
          </a:xfrm>
          <a:prstGeom prst="roundRect">
            <a:avLst>
              <a:gd name="adj" fmla="val 9118"/>
            </a:avLst>
          </a:prstGeom>
          <a:solidFill>
            <a:schemeClr val="lt1"/>
          </a:solidFill>
          <a:ln>
            <a:noFill/>
          </a:ln>
        </p:spPr>
        <p:txBody>
          <a:bodyPr spcFirstLastPara="1" wrap="square" lIns="182875" tIns="91425" rIns="182875" bIns="274300" anchor="t" anchorCtr="0">
            <a:noAutofit/>
          </a:bodyPr>
          <a:lstStyle/>
          <a:p>
            <a:pPr marL="0" marR="0" lvl="0" indent="0" algn="l" rtl="0">
              <a:spcBef>
                <a:spcPts val="0"/>
              </a:spcBef>
              <a:spcAft>
                <a:spcPts val="0"/>
              </a:spcAft>
              <a:buClr>
                <a:schemeClr val="dk1"/>
              </a:buClr>
              <a:buSzPts val="1100"/>
              <a:buFont typeface="Arial"/>
              <a:buNone/>
            </a:pPr>
            <a:r>
              <a:rPr lang="en" sz="2200">
                <a:solidFill>
                  <a:srgbClr val="1A1A1A"/>
                </a:solidFill>
                <a:latin typeface="Inter Medium"/>
                <a:ea typeface="Inter Medium"/>
                <a:cs typeface="Inter Medium"/>
                <a:sym typeface="Inter Medium"/>
              </a:rPr>
              <a:t>Thought two about something interesting</a:t>
            </a:r>
            <a:endParaRPr sz="2200">
              <a:solidFill>
                <a:srgbClr val="1A1A1A"/>
              </a:solidFill>
              <a:latin typeface="Inter Medium"/>
              <a:ea typeface="Inter Medium"/>
              <a:cs typeface="Inter Medium"/>
              <a:sym typeface="Inter Medium"/>
            </a:endParaRPr>
          </a:p>
          <a:p>
            <a:pPr marL="0" marR="0" lvl="0" indent="0" algn="l" rtl="0">
              <a:spcBef>
                <a:spcPts val="0"/>
              </a:spcBef>
              <a:spcAft>
                <a:spcPts val="0"/>
              </a:spcAft>
              <a:buNone/>
            </a:pPr>
            <a:endParaRPr sz="2200"/>
          </a:p>
        </p:txBody>
      </p:sp>
      <p:sp>
        <p:nvSpPr>
          <p:cNvPr id="208" name="Google Shape;208;p32"/>
          <p:cNvSpPr/>
          <p:nvPr/>
        </p:nvSpPr>
        <p:spPr>
          <a:xfrm>
            <a:off x="6193200" y="1375825"/>
            <a:ext cx="2724900" cy="3517800"/>
          </a:xfrm>
          <a:prstGeom prst="snip1Rect">
            <a:avLst>
              <a:gd name="adj" fmla="val 9643"/>
            </a:avLst>
          </a:prstGeom>
          <a:solidFill>
            <a:schemeClr val="lt1"/>
          </a:solidFill>
          <a:ln>
            <a:noFill/>
          </a:ln>
        </p:spPr>
        <p:txBody>
          <a:bodyPr spcFirstLastPara="1" wrap="square" lIns="274300" tIns="91425" rIns="274300" bIns="274300" anchor="t" anchorCtr="0">
            <a:noAutofit/>
          </a:bodyPr>
          <a:lstStyle/>
          <a:p>
            <a:pPr marL="0" lvl="0" indent="0" algn="l" rtl="0">
              <a:spcBef>
                <a:spcPts val="0"/>
              </a:spcBef>
              <a:spcAft>
                <a:spcPts val="0"/>
              </a:spcAft>
              <a:buClr>
                <a:schemeClr val="dk1"/>
              </a:buClr>
              <a:buSzPts val="1100"/>
              <a:buFont typeface="Arial"/>
              <a:buNone/>
            </a:pPr>
            <a:r>
              <a:rPr lang="en" sz="2200">
                <a:solidFill>
                  <a:srgbClr val="1A1A1A"/>
                </a:solidFill>
                <a:latin typeface="Inter Medium"/>
                <a:ea typeface="Inter Medium"/>
                <a:cs typeface="Inter Medium"/>
                <a:sym typeface="Inter Medium"/>
              </a:rPr>
              <a:t>Thought three about something interesting</a:t>
            </a:r>
            <a:endParaRPr sz="2200">
              <a:solidFill>
                <a:srgbClr val="1A1A1A"/>
              </a:solidFill>
              <a:latin typeface="Inter Medium"/>
              <a:ea typeface="Inter Medium"/>
              <a:cs typeface="Inter Medium"/>
              <a:sym typeface="Inter Medium"/>
            </a:endParaRPr>
          </a:p>
          <a:p>
            <a:pPr marL="0" lvl="0" indent="0" algn="l" rtl="0">
              <a:spcBef>
                <a:spcPts val="0"/>
              </a:spcBef>
              <a:spcAft>
                <a:spcPts val="0"/>
              </a:spcAft>
              <a:buNone/>
            </a:pPr>
            <a:endParaRPr sz="22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274</TotalTime>
  <Words>1624</Words>
  <Application>Microsoft Office PowerPoint</Application>
  <PresentationFormat>Presentación en pantalla (16:9)</PresentationFormat>
  <Paragraphs>169</Paragraphs>
  <Slides>46</Slides>
  <Notes>46</Notes>
  <HiddenSlides>36</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46</vt:i4>
      </vt:variant>
    </vt:vector>
  </HeadingPairs>
  <TitlesOfParts>
    <vt:vector size="53" baseType="lpstr">
      <vt:lpstr>Inter ExtraBold</vt:lpstr>
      <vt:lpstr>Inter SemiBold</vt:lpstr>
      <vt:lpstr>Arial</vt:lpstr>
      <vt:lpstr>Inter Medium</vt:lpstr>
      <vt:lpstr>Inter</vt:lpstr>
      <vt:lpstr>Roboto Mono</vt:lpstr>
      <vt:lpstr>Simple Light</vt:lpstr>
      <vt:lpstr>Webinar 2 - Sprint 1 Introducción a tu primer proyecto</vt:lpstr>
      <vt:lpstr>Agenda</vt:lpstr>
      <vt:lpstr>Acuerdos</vt:lpstr>
      <vt:lpstr>¿Cómo te has sentido esta primera semana?</vt:lpstr>
      <vt:lpstr>Objetivo</vt:lpstr>
      <vt:lpstr>Recap</vt:lpstr>
      <vt:lpstr>Python básico</vt:lpstr>
      <vt:lpstr>Vamos a Jupyter!</vt:lpstr>
      <vt:lpstr>Hora de cerrar ):</vt:lpstr>
      <vt:lpstr>Thanks      for coming!</vt:lpstr>
      <vt:lpstr>Slide title</vt:lpstr>
      <vt:lpstr>Slide title</vt:lpstr>
      <vt:lpstr>Slide title</vt:lpstr>
      <vt:lpstr>Slide title</vt:lpstr>
      <vt:lpstr>Slide title</vt:lpstr>
      <vt:lpstr>Slide title</vt:lpstr>
      <vt:lpstr>Slide title</vt:lpstr>
      <vt:lpstr>Slide title</vt:lpstr>
      <vt:lpstr>Code example</vt:lpstr>
      <vt:lpstr>Accent slide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4</cp:revision>
  <dcterms:modified xsi:type="dcterms:W3CDTF">2025-07-23T03:25:37Z</dcterms:modified>
</cp:coreProperties>
</file>