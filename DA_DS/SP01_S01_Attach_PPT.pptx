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9"/>
  </p:notesMasterIdLst>
  <p:sldIdLst>
    <p:sldId id="256" r:id="rId2"/>
    <p:sldId id="258" r:id="rId3"/>
    <p:sldId id="305" r:id="rId4"/>
    <p:sldId id="260" r:id="rId5"/>
    <p:sldId id="278" r:id="rId6"/>
    <p:sldId id="275" r:id="rId7"/>
    <p:sldId id="264" r:id="rId8"/>
    <p:sldId id="262" r:id="rId9"/>
    <p:sldId id="277" r:id="rId10"/>
    <p:sldId id="304" r:id="rId11"/>
    <p:sldId id="281" r:id="rId12"/>
    <p:sldId id="263" r:id="rId13"/>
    <p:sldId id="265" r:id="rId14"/>
    <p:sldId id="266" r:id="rId15"/>
    <p:sldId id="267" r:id="rId16"/>
    <p:sldId id="268" r:id="rId17"/>
    <p:sldId id="269" r:id="rId18"/>
    <p:sldId id="270" r:id="rId19"/>
    <p:sldId id="271" r:id="rId20"/>
    <p:sldId id="272" r:id="rId21"/>
    <p:sldId id="273" r:id="rId22"/>
    <p:sldId id="274" r:id="rId23"/>
    <p:sldId id="276"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5143500" type="screen16x9"/>
  <p:notesSz cx="6858000" cy="9144000"/>
  <p:embeddedFontLst>
    <p:embeddedFont>
      <p:font typeface="Inter" panose="020B0604020202020204" charset="0"/>
      <p:regular r:id="rId50"/>
      <p:bold r:id="rId51"/>
      <p:italic r:id="rId52"/>
      <p:boldItalic r:id="rId53"/>
    </p:embeddedFont>
    <p:embeddedFont>
      <p:font typeface="Inter ExtraBold" panose="020B0604020202020204" charset="0"/>
      <p:bold r:id="rId54"/>
      <p:boldItalic r:id="rId55"/>
    </p:embeddedFont>
    <p:embeddedFont>
      <p:font typeface="Inter Medium" panose="020B0604020202020204" charset="0"/>
      <p:regular r:id="rId56"/>
      <p:bold r:id="rId57"/>
      <p:italic r:id="rId58"/>
      <p:boldItalic r:id="rId59"/>
    </p:embeddedFont>
    <p:embeddedFont>
      <p:font typeface="Inter SemiBold" panose="020B0604020202020204" charset="0"/>
      <p:regular r:id="rId60"/>
      <p:bold r:id="rId61"/>
      <p:italic r:id="rId62"/>
      <p:boldItalic r:id="rId63"/>
    </p:embeddedFont>
    <p:embeddedFont>
      <p:font typeface="Roboto Mono" panose="00000009000000000000" pitchFamily="49"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aed9049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daed9049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28.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29.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29.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3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3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3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3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4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4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1 - Sprint 1</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Introduccióna  tu carrera</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Hablemos un momento (:</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Python básico</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68"/>
        <p:cNvGrpSpPr/>
        <p:nvPr/>
      </p:nvGrpSpPr>
      <p:grpSpPr>
        <a:xfrm>
          <a:off x="0" y="0"/>
          <a:ext cx="0" cy="0"/>
          <a:chOff x="0" y="0"/>
          <a:chExt cx="0" cy="0"/>
        </a:xfrm>
      </p:grpSpPr>
      <p:pic>
        <p:nvPicPr>
          <p:cNvPr id="69" name="Google Shape;69;p1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70" name="Google Shape;70;p1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Speaker</a:t>
            </a:r>
            <a:endParaRPr sz="4000">
              <a:solidFill>
                <a:srgbClr val="1A1A1A"/>
              </a:solidFill>
              <a:latin typeface="Inter ExtraBold"/>
              <a:ea typeface="Inter ExtraBold"/>
              <a:cs typeface="Inter ExtraBold"/>
              <a:sym typeface="Inter ExtraBold"/>
            </a:endParaRPr>
          </a:p>
        </p:txBody>
      </p:sp>
      <p:sp>
        <p:nvSpPr>
          <p:cNvPr id="71" name="Google Shape;71;p18"/>
          <p:cNvSpPr txBox="1">
            <a:spLocks noGrp="1"/>
          </p:cNvSpPr>
          <p:nvPr>
            <p:ph type="ctrTitle" idx="2"/>
          </p:nvPr>
        </p:nvSpPr>
        <p:spPr>
          <a:xfrm>
            <a:off x="188775" y="4206900"/>
            <a:ext cx="4265100" cy="7080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dirty="0">
                <a:solidFill>
                  <a:srgbClr val="1A1A1A"/>
                </a:solidFill>
                <a:latin typeface="Inter ExtraBold"/>
                <a:ea typeface="Inter ExtraBold"/>
                <a:cs typeface="Inter ExtraBold"/>
                <a:sym typeface="Inter ExtraBold"/>
              </a:rPr>
              <a:t>Leyton Jean Piere</a:t>
            </a:r>
            <a:br>
              <a:rPr lang="en" sz="3200" dirty="0">
                <a:solidFill>
                  <a:srgbClr val="1A1A1A"/>
                </a:solidFill>
                <a:latin typeface="Inter ExtraBold"/>
                <a:ea typeface="Inter ExtraBold"/>
                <a:cs typeface="Inter ExtraBold"/>
                <a:sym typeface="Inter ExtraBold"/>
              </a:rPr>
            </a:br>
            <a:r>
              <a:rPr lang="en" sz="1400" dirty="0">
                <a:solidFill>
                  <a:srgbClr val="1A1A1A"/>
                </a:solidFill>
                <a:latin typeface="Inter"/>
                <a:ea typeface="Inter"/>
                <a:cs typeface="Inter"/>
                <a:sym typeface="Inter"/>
              </a:rPr>
              <a:t>Tutor</a:t>
            </a:r>
            <a:endParaRPr sz="1800" dirty="0">
              <a:solidFill>
                <a:srgbClr val="1A1A1A"/>
              </a:solidFill>
              <a:latin typeface="Inter ExtraBold"/>
              <a:ea typeface="Inter ExtraBold"/>
              <a:cs typeface="Inter ExtraBold"/>
              <a:sym typeface="Inter ExtraBold"/>
            </a:endParaRPr>
          </a:p>
        </p:txBody>
      </p:sp>
      <p:pic>
        <p:nvPicPr>
          <p:cNvPr id="72" name="Google Shape;72;p18"/>
          <p:cNvPicPr preferRelativeResize="0"/>
          <p:nvPr/>
        </p:nvPicPr>
        <p:blipFill>
          <a:blip r:embed="rId4"/>
          <a:srcRect l="4836" t="5470" r="2404" b="32805"/>
          <a:stretch/>
        </p:blipFill>
        <p:spPr>
          <a:xfrm>
            <a:off x="5409525" y="1139398"/>
            <a:ext cx="3545700" cy="3545700"/>
          </a:xfrm>
          <a:prstGeom prst="roundRect">
            <a:avLst>
              <a:gd name="adj" fmla="val 4772"/>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3508623"/>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¿Cómo te has sentido esta primera semana?</a:t>
            </a:r>
            <a:endParaRPr sz="6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Definir el concepto de variable</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Manipular cadenas de texto</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Manejar excepciones en el código</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Variables en todas partes, y en todos los lenguajes.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Manejo de strings, imaginemos una encuesta en línea, ¿Tendrías que manipular estos string?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Slicing, ¿qué similitud encontraste en los datos presentados en listas?, ¿Luce similar a manejar lineas de una hoja de cálculo?</a:t>
            </a:r>
            <a:endParaRPr sz="2000" dirty="0">
              <a:solidFill>
                <a:srgbClr val="1A1A1A"/>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nos llevamos del manejo de excepciones?</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¿Cómo resumirías el manejo o formateo de strings?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¿Qué entendemos por variable?</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1619</Words>
  <Application>Microsoft Office PowerPoint</Application>
  <PresentationFormat>Presentación en pantalla (16:9)</PresentationFormat>
  <Paragraphs>170</Paragraphs>
  <Slides>47</Slides>
  <Notes>47</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Inter</vt:lpstr>
      <vt:lpstr>Inter Medium</vt:lpstr>
      <vt:lpstr>Inter ExtraBold</vt:lpstr>
      <vt:lpstr>Arial</vt:lpstr>
      <vt:lpstr>Inter SemiBold</vt:lpstr>
      <vt:lpstr>Roboto Mono</vt:lpstr>
      <vt:lpstr>Simple Light</vt:lpstr>
      <vt:lpstr>Webinar 1 - Sprint 1 Introduccióna  tu carrera</vt:lpstr>
      <vt:lpstr>Agenda</vt:lpstr>
      <vt:lpstr>Acuerdos</vt:lpstr>
      <vt:lpstr>Speaker</vt:lpstr>
      <vt:lpstr>¿Cómo te has sentido esta primera semana?</vt:lpstr>
      <vt:lpstr>Objetivo</vt:lpstr>
      <vt:lpstr>Recap</vt:lpstr>
      <vt:lpstr>Python básico</vt:lpstr>
      <vt:lpstr>Vamos a Jupyter!</vt:lpstr>
      <vt:lpstr>Hora de cerrar ):</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3</cp:revision>
  <dcterms:modified xsi:type="dcterms:W3CDTF">2025-07-23T03:23:50Z</dcterms:modified>
</cp:coreProperties>
</file>