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2"/>
  </p:notesMasterIdLst>
  <p:sldIdLst>
    <p:sldId id="256" r:id="rId2"/>
    <p:sldId id="258" r:id="rId3"/>
    <p:sldId id="305" r:id="rId4"/>
    <p:sldId id="275" r:id="rId5"/>
    <p:sldId id="278" r:id="rId6"/>
    <p:sldId id="264" r:id="rId7"/>
    <p:sldId id="307" r:id="rId8"/>
    <p:sldId id="308" r:id="rId9"/>
    <p:sldId id="309" r:id="rId10"/>
    <p:sldId id="310" r:id="rId11"/>
    <p:sldId id="277" r:id="rId12"/>
    <p:sldId id="304" r:id="rId13"/>
    <p:sldId id="306" r:id="rId14"/>
    <p:sldId id="281" r:id="rId15"/>
    <p:sldId id="263" r:id="rId16"/>
    <p:sldId id="265" r:id="rId17"/>
    <p:sldId id="266" r:id="rId18"/>
    <p:sldId id="267" r:id="rId19"/>
    <p:sldId id="268" r:id="rId20"/>
    <p:sldId id="269" r:id="rId21"/>
    <p:sldId id="270" r:id="rId22"/>
    <p:sldId id="271" r:id="rId23"/>
    <p:sldId id="272" r:id="rId24"/>
    <p:sldId id="273" r:id="rId25"/>
    <p:sldId id="274" r:id="rId26"/>
    <p:sldId id="276" r:id="rId27"/>
    <p:sldId id="279" r:id="rId28"/>
    <p:sldId id="28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5143500" type="screen16x9"/>
  <p:notesSz cx="6858000" cy="9144000"/>
  <p:embeddedFontLst>
    <p:embeddedFont>
      <p:font typeface="Inter" panose="020B0604020202020204" charset="0"/>
      <p:regular r:id="rId53"/>
      <p:bold r:id="rId54"/>
      <p:italic r:id="rId55"/>
      <p:boldItalic r:id="rId56"/>
    </p:embeddedFont>
    <p:embeddedFont>
      <p:font typeface="Inter ExtraBold" panose="020B0604020202020204" charset="0"/>
      <p:bold r:id="rId57"/>
      <p:boldItalic r:id="rId58"/>
    </p:embeddedFont>
    <p:embeddedFont>
      <p:font typeface="Inter Medium" panose="020B0604020202020204" charset="0"/>
      <p:regular r:id="rId59"/>
      <p:bold r:id="rId60"/>
      <p:italic r:id="rId61"/>
      <p:boldItalic r:id="rId62"/>
    </p:embeddedFont>
    <p:embeddedFont>
      <p:font typeface="Inter SemiBold" panose="020B0604020202020204" charset="0"/>
      <p:regular r:id="rId63"/>
      <p:bold r:id="rId64"/>
      <p:italic r:id="rId65"/>
      <p:boldItalic r:id="rId66"/>
    </p:embeddedFont>
    <p:embeddedFont>
      <p:font typeface="Roboto Mono" panose="00000009000000000000" pitchFamily="49"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99BF04B-A094-6F17-B745-9BEE78B869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B2B809DF-8975-8875-6954-92D6DB4DE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7C58F0BD-590A-D601-7C0A-252BE1A8B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580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E752978-3121-6E5B-972B-A8AEF09C78DA}"/>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345FF1E9-3232-3DBD-856A-2B905FB01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56E98167-6303-1B48-24C5-E7536B487A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2066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BC94B465-4841-1C0F-7802-5F6E15EBB0D4}"/>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11D23249-5441-E84E-E50F-FF4812F96E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95917198-6CC6-5033-8A55-8467F485CC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7456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CF9FCDEB-384F-D384-2F98-8C9876E34B19}"/>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19DCFB37-337A-4550-A268-7ED40DD033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3E8D0925-61FB-282A-02A1-619350AAEC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6877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6" Type="http://schemas.openxmlformats.org/officeDocument/2006/relationships/image" Target="../media/image36.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7.png"/><Relationship Id="rId50" Type="http://schemas.openxmlformats.org/officeDocument/2006/relationships/image" Target="../media/image60.png"/><Relationship Id="rId55" Type="http://schemas.openxmlformats.org/officeDocument/2006/relationships/image" Target="../media/image65.png"/><Relationship Id="rId63" Type="http://schemas.openxmlformats.org/officeDocument/2006/relationships/image" Target="../media/image72.png"/><Relationship Id="rId68" Type="http://schemas.openxmlformats.org/officeDocument/2006/relationships/image" Target="../media/image77.png"/><Relationship Id="rId7" Type="http://schemas.openxmlformats.org/officeDocument/2006/relationships/image" Target="../media/image17.png"/><Relationship Id="rId2" Type="http://schemas.openxmlformats.org/officeDocument/2006/relationships/notesSlide" Target="../notesSlides/notesSlide31.xml"/><Relationship Id="rId16" Type="http://schemas.openxmlformats.org/officeDocument/2006/relationships/image" Target="../media/image26.png"/><Relationship Id="rId29" Type="http://schemas.openxmlformats.org/officeDocument/2006/relationships/image" Target="../media/image39.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3" Type="http://schemas.openxmlformats.org/officeDocument/2006/relationships/image" Target="../media/image63.png"/><Relationship Id="rId58" Type="http://schemas.openxmlformats.org/officeDocument/2006/relationships/image" Target="../media/image9.png"/><Relationship Id="rId66" Type="http://schemas.openxmlformats.org/officeDocument/2006/relationships/image" Target="../media/image75.png"/><Relationship Id="rId5" Type="http://schemas.openxmlformats.org/officeDocument/2006/relationships/image" Target="../media/image15.png"/><Relationship Id="rId61" Type="http://schemas.openxmlformats.org/officeDocument/2006/relationships/image" Target="../media/image70.png"/><Relationship Id="rId19" Type="http://schemas.openxmlformats.org/officeDocument/2006/relationships/image" Target="../media/image2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3.png"/><Relationship Id="rId8" Type="http://schemas.openxmlformats.org/officeDocument/2006/relationships/image" Target="../media/image18.png"/><Relationship Id="rId51" Type="http://schemas.openxmlformats.org/officeDocument/2006/relationships/image" Target="../media/image61.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59" Type="http://schemas.openxmlformats.org/officeDocument/2006/relationships/image" Target="../media/image68.png"/><Relationship Id="rId67" Type="http://schemas.openxmlformats.org/officeDocument/2006/relationships/image" Target="../media/image76.png"/><Relationship Id="rId20" Type="http://schemas.openxmlformats.org/officeDocument/2006/relationships/image" Target="../media/image30.png"/><Relationship Id="rId41" Type="http://schemas.openxmlformats.org/officeDocument/2006/relationships/image" Target="../media/image51.png"/><Relationship Id="rId54" Type="http://schemas.openxmlformats.org/officeDocument/2006/relationships/image" Target="../media/image64.png"/><Relationship Id="rId62" Type="http://schemas.openxmlformats.org/officeDocument/2006/relationships/image" Target="../media/image71.png"/><Relationship Id="rId1" Type="http://schemas.openxmlformats.org/officeDocument/2006/relationships/slideLayout" Target="../slideLayouts/slideLayout11.xml"/><Relationship Id="rId6" Type="http://schemas.openxmlformats.org/officeDocument/2006/relationships/image" Target="../media/image16.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57" Type="http://schemas.openxmlformats.org/officeDocument/2006/relationships/image" Target="../media/image67.png"/><Relationship Id="rId10" Type="http://schemas.openxmlformats.org/officeDocument/2006/relationships/image" Target="../media/image20.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69.png"/><Relationship Id="rId65" Type="http://schemas.openxmlformats.org/officeDocument/2006/relationships/image" Target="../media/image74.png"/><Relationship Id="rId4" Type="http://schemas.openxmlformats.org/officeDocument/2006/relationships/image" Target="../media/image14.png"/><Relationship Id="rId9"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28.png"/><Relationship Id="rId39" Type="http://schemas.openxmlformats.org/officeDocument/2006/relationships/image" Target="../media/image49.png"/></Relationships>
</file>

<file path=ppt/slides/_rels/slide32.xml.rels><?xml version="1.0" encoding="UTF-8" standalone="yes"?>
<Relationships xmlns="http://schemas.openxmlformats.org/package/2006/relationships"><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1.png"/><Relationship Id="rId39" Type="http://schemas.openxmlformats.org/officeDocument/2006/relationships/image" Target="../media/image114.png"/><Relationship Id="rId21" Type="http://schemas.openxmlformats.org/officeDocument/2006/relationships/image" Target="../media/image96.png"/><Relationship Id="rId34" Type="http://schemas.openxmlformats.org/officeDocument/2006/relationships/image" Target="../media/image109.png"/><Relationship Id="rId42" Type="http://schemas.openxmlformats.org/officeDocument/2006/relationships/image" Target="../media/image117.png"/><Relationship Id="rId47" Type="http://schemas.openxmlformats.org/officeDocument/2006/relationships/image" Target="../media/image122.png"/><Relationship Id="rId50" Type="http://schemas.openxmlformats.org/officeDocument/2006/relationships/image" Target="../media/image125.png"/><Relationship Id="rId55" Type="http://schemas.openxmlformats.org/officeDocument/2006/relationships/image" Target="../media/image130.png"/><Relationship Id="rId63" Type="http://schemas.openxmlformats.org/officeDocument/2006/relationships/image" Target="../media/image138.png"/><Relationship Id="rId7" Type="http://schemas.openxmlformats.org/officeDocument/2006/relationships/image" Target="../media/image82.png"/><Relationship Id="rId2" Type="http://schemas.openxmlformats.org/officeDocument/2006/relationships/notesSlide" Target="../notesSlides/notesSlide32.xml"/><Relationship Id="rId16" Type="http://schemas.openxmlformats.org/officeDocument/2006/relationships/image" Target="../media/image91.png"/><Relationship Id="rId29" Type="http://schemas.openxmlformats.org/officeDocument/2006/relationships/image" Target="../media/image104.png"/><Relationship Id="rId11" Type="http://schemas.openxmlformats.org/officeDocument/2006/relationships/image" Target="../media/image86.png"/><Relationship Id="rId24" Type="http://schemas.openxmlformats.org/officeDocument/2006/relationships/image" Target="../media/image99.png"/><Relationship Id="rId32" Type="http://schemas.openxmlformats.org/officeDocument/2006/relationships/image" Target="../media/image107.png"/><Relationship Id="rId37" Type="http://schemas.openxmlformats.org/officeDocument/2006/relationships/image" Target="../media/image112.png"/><Relationship Id="rId40" Type="http://schemas.openxmlformats.org/officeDocument/2006/relationships/image" Target="../media/image115.png"/><Relationship Id="rId45" Type="http://schemas.openxmlformats.org/officeDocument/2006/relationships/image" Target="../media/image120.png"/><Relationship Id="rId53" Type="http://schemas.openxmlformats.org/officeDocument/2006/relationships/image" Target="../media/image128.png"/><Relationship Id="rId58" Type="http://schemas.openxmlformats.org/officeDocument/2006/relationships/image" Target="../media/image133.png"/><Relationship Id="rId5" Type="http://schemas.openxmlformats.org/officeDocument/2006/relationships/image" Target="../media/image80.png"/><Relationship Id="rId61" Type="http://schemas.openxmlformats.org/officeDocument/2006/relationships/image" Target="../media/image136.png"/><Relationship Id="rId19" Type="http://schemas.openxmlformats.org/officeDocument/2006/relationships/image" Target="../media/image94.png"/><Relationship Id="rId14" Type="http://schemas.openxmlformats.org/officeDocument/2006/relationships/image" Target="../media/image89.png"/><Relationship Id="rId22" Type="http://schemas.openxmlformats.org/officeDocument/2006/relationships/image" Target="../media/image97.png"/><Relationship Id="rId27" Type="http://schemas.openxmlformats.org/officeDocument/2006/relationships/image" Target="../media/image102.png"/><Relationship Id="rId30" Type="http://schemas.openxmlformats.org/officeDocument/2006/relationships/image" Target="../media/image105.png"/><Relationship Id="rId35" Type="http://schemas.openxmlformats.org/officeDocument/2006/relationships/image" Target="../media/image110.png"/><Relationship Id="rId43" Type="http://schemas.openxmlformats.org/officeDocument/2006/relationships/image" Target="../media/image118.png"/><Relationship Id="rId48" Type="http://schemas.openxmlformats.org/officeDocument/2006/relationships/image" Target="../media/image123.png"/><Relationship Id="rId56" Type="http://schemas.openxmlformats.org/officeDocument/2006/relationships/image" Target="../media/image131.png"/><Relationship Id="rId8" Type="http://schemas.openxmlformats.org/officeDocument/2006/relationships/image" Target="../media/image83.png"/><Relationship Id="rId51" Type="http://schemas.openxmlformats.org/officeDocument/2006/relationships/image" Target="../media/image126.png"/><Relationship Id="rId3" Type="http://schemas.openxmlformats.org/officeDocument/2006/relationships/image" Target="../media/image78.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00.png"/><Relationship Id="rId33" Type="http://schemas.openxmlformats.org/officeDocument/2006/relationships/image" Target="../media/image108.png"/><Relationship Id="rId38" Type="http://schemas.openxmlformats.org/officeDocument/2006/relationships/image" Target="../media/image113.png"/><Relationship Id="rId46" Type="http://schemas.openxmlformats.org/officeDocument/2006/relationships/image" Target="../media/image121.png"/><Relationship Id="rId59" Type="http://schemas.openxmlformats.org/officeDocument/2006/relationships/image" Target="../media/image134.png"/><Relationship Id="rId20" Type="http://schemas.openxmlformats.org/officeDocument/2006/relationships/image" Target="../media/image95.png"/><Relationship Id="rId41" Type="http://schemas.openxmlformats.org/officeDocument/2006/relationships/image" Target="../media/image116.png"/><Relationship Id="rId54" Type="http://schemas.openxmlformats.org/officeDocument/2006/relationships/image" Target="../media/image129.png"/><Relationship Id="rId62" Type="http://schemas.openxmlformats.org/officeDocument/2006/relationships/image" Target="../media/image137.png"/><Relationship Id="rId1" Type="http://schemas.openxmlformats.org/officeDocument/2006/relationships/slideLayout" Target="../slideLayouts/slideLayout11.xml"/><Relationship Id="rId6" Type="http://schemas.openxmlformats.org/officeDocument/2006/relationships/image" Target="../media/image81.png"/><Relationship Id="rId15" Type="http://schemas.openxmlformats.org/officeDocument/2006/relationships/image" Target="../media/image90.png"/><Relationship Id="rId23" Type="http://schemas.openxmlformats.org/officeDocument/2006/relationships/image" Target="../media/image98.png"/><Relationship Id="rId28" Type="http://schemas.openxmlformats.org/officeDocument/2006/relationships/image" Target="../media/image103.png"/><Relationship Id="rId36" Type="http://schemas.openxmlformats.org/officeDocument/2006/relationships/image" Target="../media/image111.png"/><Relationship Id="rId49" Type="http://schemas.openxmlformats.org/officeDocument/2006/relationships/image" Target="../media/image124.png"/><Relationship Id="rId57" Type="http://schemas.openxmlformats.org/officeDocument/2006/relationships/image" Target="../media/image132.png"/><Relationship Id="rId10" Type="http://schemas.openxmlformats.org/officeDocument/2006/relationships/image" Target="../media/image85.png"/><Relationship Id="rId31" Type="http://schemas.openxmlformats.org/officeDocument/2006/relationships/image" Target="../media/image106.png"/><Relationship Id="rId44" Type="http://schemas.openxmlformats.org/officeDocument/2006/relationships/image" Target="../media/image119.png"/><Relationship Id="rId52" Type="http://schemas.openxmlformats.org/officeDocument/2006/relationships/image" Target="../media/image127.png"/><Relationship Id="rId60" Type="http://schemas.openxmlformats.org/officeDocument/2006/relationships/image" Target="../media/image135.png"/><Relationship Id="rId4" Type="http://schemas.openxmlformats.org/officeDocument/2006/relationships/image" Target="../media/image79.png"/><Relationship Id="rId9"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39.png"/><Relationship Id="rId7" Type="http://schemas.openxmlformats.org/officeDocument/2006/relationships/image" Target="../media/image143.png"/><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slides/_rels/slide36.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3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3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3.png"/></Relationships>
</file>

<file path=ppt/slides/_rels/slide3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9.xml"/><Relationship Id="rId1" Type="http://schemas.openxmlformats.org/officeDocument/2006/relationships/slideLayout" Target="../slideLayouts/slideLayout11.xml"/><Relationship Id="rId5" Type="http://schemas.openxmlformats.org/officeDocument/2006/relationships/image" Target="../media/image156.png"/><Relationship Id="rId4" Type="http://schemas.openxmlformats.org/officeDocument/2006/relationships/image" Target="../media/image155.png"/></Relationships>
</file>

<file path=ppt/slides/_rels/slide40.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9.png"/><Relationship Id="rId4" Type="http://schemas.openxmlformats.org/officeDocument/2006/relationships/image" Target="../media/image158.png"/></Relationships>
</file>

<file path=ppt/slides/_rels/slide4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63.png"/></Relationships>
</file>

<file path=ppt/slides/_rels/slide4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69.png"/><Relationship Id="rId4" Type="http://schemas.openxmlformats.org/officeDocument/2006/relationships/image" Target="../media/image168.png"/></Relationships>
</file>

<file path=ppt/slides/_rels/slide4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73.png"/></Relationships>
</file>

<file path=ppt/slides/_rels/slide4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176.png"/><Relationship Id="rId4" Type="http://schemas.openxmlformats.org/officeDocument/2006/relationships/image" Target="../media/image175.png"/></Relationships>
</file>

<file path=ppt/slides/_rels/slide50.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13 - Sprint 7</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CLI</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Qué es la terminal?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Ejercicios en la consola</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VSCode</a:t>
            </a:r>
            <a:r>
              <a:rPr lang="es-CO" sz="2400" dirty="0">
                <a:solidFill>
                  <a:srgbClr val="1A1A1A"/>
                </a:solidFill>
                <a:latin typeface="Inter"/>
                <a:ea typeface="Inter"/>
                <a:cs typeface="Inter"/>
                <a:sym typeface="Inter"/>
              </a:rPr>
              <a:t> – </a:t>
            </a:r>
            <a:r>
              <a:rPr lang="es-CO" sz="2400" dirty="0" err="1">
                <a:solidFill>
                  <a:srgbClr val="1A1A1A"/>
                </a:solidFill>
                <a:latin typeface="Inter"/>
                <a:ea typeface="Inter"/>
                <a:cs typeface="Inter"/>
                <a:sym typeface="Inter"/>
              </a:rPr>
              <a:t>Jupyter</a:t>
            </a:r>
            <a:r>
              <a:rPr lang="es-CO" sz="2400" dirty="0">
                <a:solidFill>
                  <a:srgbClr val="1A1A1A"/>
                </a:solidFill>
                <a:latin typeface="Inter"/>
                <a:ea typeface="Inter"/>
                <a:cs typeface="Inter"/>
                <a:sym typeface="Inter"/>
              </a:rPr>
              <a:t> </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Familiarizarse con el uso de comandos básicos y avanzados de la terminal.</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Practicar la manipulación de archivos mediante ejercicios prácticos.</a:t>
            </a:r>
            <a:endParaRPr lang="es-CO"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600" dirty="0"/>
              <a:t>Desarrollar habilidades para la búsqueda y filtrado de información en archivo.</a:t>
            </a:r>
            <a:endParaRPr sz="12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124B278D-A664-9879-A605-35804BF4AF73}"/>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496C1AFE-8AB4-E870-1A3E-0131C3DA029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ADA90C9-E2E1-D8C3-EF9E-8F414B95B416}"/>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La terminal</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57E4D76-E6AC-95FA-CA71-218E6599F389}"/>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Mejor o peor?</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El uso de interfaces de usuario puede influenciar en el rendimiento de una aplicación. </a:t>
            </a:r>
            <a:endParaRPr dirty="0">
              <a:solidFill>
                <a:srgbClr val="1A1A1A"/>
              </a:solidFill>
            </a:endParaRPr>
          </a:p>
        </p:txBody>
      </p:sp>
      <p:sp>
        <p:nvSpPr>
          <p:cNvPr id="143" name="Google Shape;143;p25">
            <a:extLst>
              <a:ext uri="{FF2B5EF4-FFF2-40B4-BE49-F238E27FC236}">
                <a16:creationId xmlns:a16="http://schemas.microsoft.com/office/drawing/2014/main" id="{8B3C30FB-2746-B55C-438B-A6C8710C5845}"/>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Universal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El primer sistema operativo de Windows inició como una simple terminal, Linux igual. Todo sistema operativo integra una terminal por defecto, inclusive tu telefono. </a:t>
            </a:r>
            <a:endParaRPr dirty="0">
              <a:solidFill>
                <a:srgbClr val="1A1A1A"/>
              </a:solidFill>
            </a:endParaRPr>
          </a:p>
        </p:txBody>
      </p:sp>
      <p:sp>
        <p:nvSpPr>
          <p:cNvPr id="144" name="Google Shape;144;p25">
            <a:extLst>
              <a:ext uri="{FF2B5EF4-FFF2-40B4-BE49-F238E27FC236}">
                <a16:creationId xmlns:a16="http://schemas.microsoft.com/office/drawing/2014/main" id="{853BCDDC-4331-106E-9466-F5A6A63D66C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Lógica de programación directa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En la consola solo podemos ir declarando y ejecutando de a un paso a la vez. Y debemos de ser explícitos en cada uno de ellos, ¿Te suena familiar?. </a:t>
            </a:r>
            <a:endParaRPr dirty="0">
              <a:solidFill>
                <a:srgbClr val="1A1A1A"/>
              </a:solidFill>
            </a:endParaRPr>
          </a:p>
        </p:txBody>
      </p:sp>
    </p:spTree>
    <p:extLst>
      <p:ext uri="{BB962C8B-B14F-4D97-AF65-F5344CB8AC3E}">
        <p14:creationId xmlns:p14="http://schemas.microsoft.com/office/powerpoint/2010/main" val="299087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4E357097-285C-B918-B064-5828CB1B910F}"/>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A7E2D86-C615-EFF3-7DF2-26C36FFE1FF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E02A67A-6496-7A9E-92F8-6EA21EC298A4}"/>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La terminal</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AB762FAC-D7B0-077C-7D09-8B749C0B4258}"/>
              </a:ext>
            </a:extLst>
          </p:cNvPr>
          <p:cNvPicPr>
            <a:picLocks noChangeAspect="1"/>
          </p:cNvPicPr>
          <p:nvPr/>
        </p:nvPicPr>
        <p:blipFill>
          <a:blip r:embed="rId4"/>
          <a:stretch>
            <a:fillRect/>
          </a:stretch>
        </p:blipFill>
        <p:spPr>
          <a:xfrm>
            <a:off x="1286359" y="1225164"/>
            <a:ext cx="6571281" cy="3696346"/>
          </a:xfrm>
          <a:prstGeom prst="rect">
            <a:avLst/>
          </a:prstGeom>
        </p:spPr>
      </p:pic>
    </p:spTree>
    <p:extLst>
      <p:ext uri="{BB962C8B-B14F-4D97-AF65-F5344CB8AC3E}">
        <p14:creationId xmlns:p14="http://schemas.microsoft.com/office/powerpoint/2010/main" val="183112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221F37F1-0B74-6105-EC8F-AC96D417CB72}"/>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B537F7D1-DE5F-4E3A-1875-995C2AF587AB}"/>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0907B70A-FDFC-4BF3-CB4D-FBE9B3A23C94}"/>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La terminal</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A9F75507-67FB-6D64-9243-E994C6339D6D}"/>
              </a:ext>
            </a:extLst>
          </p:cNvPr>
          <p:cNvPicPr>
            <a:picLocks noChangeAspect="1"/>
          </p:cNvPicPr>
          <p:nvPr/>
        </p:nvPicPr>
        <p:blipFill>
          <a:blip r:embed="rId4"/>
          <a:stretch>
            <a:fillRect/>
          </a:stretch>
        </p:blipFill>
        <p:spPr>
          <a:xfrm>
            <a:off x="1653148" y="1349529"/>
            <a:ext cx="5837703" cy="3445259"/>
          </a:xfrm>
          <a:prstGeom prst="rect">
            <a:avLst/>
          </a:prstGeom>
        </p:spPr>
      </p:pic>
    </p:spTree>
    <p:extLst>
      <p:ext uri="{BB962C8B-B14F-4D97-AF65-F5344CB8AC3E}">
        <p14:creationId xmlns:p14="http://schemas.microsoft.com/office/powerpoint/2010/main" val="201880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5457B405-7CA0-575A-D13F-D311D77036B8}"/>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86BF09E9-9C0B-9644-687F-03FC76B3D545}"/>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F315EFD6-6FC7-E485-8A20-BBF497CDB668}"/>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Como acceder a ella?</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662A348A-5F10-C2E4-1D4E-05241454C121}"/>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Windows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Desde Windows 7 podemos acceder tanto a la consola CMD como a PowerShell desde el menú de inicio.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A partir de Windows 10 podemos instalar una terminal desde la Microsoft Store.</a:t>
            </a:r>
          </a:p>
        </p:txBody>
      </p:sp>
      <p:sp>
        <p:nvSpPr>
          <p:cNvPr id="143" name="Google Shape;143;p25">
            <a:extLst>
              <a:ext uri="{FF2B5EF4-FFF2-40B4-BE49-F238E27FC236}">
                <a16:creationId xmlns:a16="http://schemas.microsoft.com/office/drawing/2014/main" id="{B3D36A97-36BF-BA7A-94BA-088E5F99C39F}"/>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Mac</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Desde el Launchpad en el Dock podemos escribir “Terminal” y accedemos a ella.</a:t>
            </a:r>
            <a:endParaRPr dirty="0">
              <a:solidFill>
                <a:srgbClr val="1A1A1A"/>
              </a:solidFill>
            </a:endParaRPr>
          </a:p>
        </p:txBody>
      </p:sp>
      <p:sp>
        <p:nvSpPr>
          <p:cNvPr id="144" name="Google Shape;144;p25">
            <a:extLst>
              <a:ext uri="{FF2B5EF4-FFF2-40B4-BE49-F238E27FC236}">
                <a16:creationId xmlns:a16="http://schemas.microsoft.com/office/drawing/2014/main" id="{143DB688-70EA-0C66-EFF9-BA4A7EBC9411}"/>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Linux</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Con la combinación Ctrl + T podemos abrirla (shortcut usual en la mayoría de distribuciones). </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Si usas Linux, posiblemente ya estés más familiarizado con la terminal.</a:t>
            </a:r>
            <a:endParaRPr dirty="0">
              <a:solidFill>
                <a:srgbClr val="1A1A1A"/>
              </a:solidFill>
            </a:endParaRPr>
          </a:p>
        </p:txBody>
      </p:sp>
    </p:spTree>
    <p:extLst>
      <p:ext uri="{BB962C8B-B14F-4D97-AF65-F5344CB8AC3E}">
        <p14:creationId xmlns:p14="http://schemas.microsoft.com/office/powerpoint/2010/main" val="4131812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¿La terminal es una herramienta universal?</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Menciona par de comandas que recuerdes más facilmente </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¿Por qué consideras que el conocimiento del CLI es importante?</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642</TotalTime>
  <Words>1766</Words>
  <Application>Microsoft Office PowerPoint</Application>
  <PresentationFormat>Presentación en pantalla (16:9)</PresentationFormat>
  <Paragraphs>184</Paragraphs>
  <Slides>50</Slides>
  <Notes>50</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50</vt:i4>
      </vt:variant>
    </vt:vector>
  </HeadingPairs>
  <TitlesOfParts>
    <vt:vector size="57" baseType="lpstr">
      <vt:lpstr>Inter</vt:lpstr>
      <vt:lpstr>Inter Medium</vt:lpstr>
      <vt:lpstr>Arial</vt:lpstr>
      <vt:lpstr>Inter ExtraBold</vt:lpstr>
      <vt:lpstr>Inter SemiBold</vt:lpstr>
      <vt:lpstr>Roboto Mono</vt:lpstr>
      <vt:lpstr>Simple Light</vt:lpstr>
      <vt:lpstr>Webinar 13 - Sprint 7 CLI</vt:lpstr>
      <vt:lpstr>Agenda</vt:lpstr>
      <vt:lpstr>Acuerdos</vt:lpstr>
      <vt:lpstr>Objetivo</vt:lpstr>
      <vt:lpstr>Midamos los ánimos</vt:lpstr>
      <vt:lpstr>Recap</vt:lpstr>
      <vt:lpstr>La terminal</vt:lpstr>
      <vt:lpstr>La terminal</vt:lpstr>
      <vt:lpstr>La terminal</vt:lpstr>
      <vt:lpstr>Como acceder a ella?</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12</cp:revision>
  <dcterms:modified xsi:type="dcterms:W3CDTF">2025-03-04T04:07:56Z</dcterms:modified>
</cp:coreProperties>
</file>