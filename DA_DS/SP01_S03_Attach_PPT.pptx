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8" r:id="rId5"/>
    <p:sldId id="275" r:id="rId6"/>
    <p:sldId id="264" r:id="rId7"/>
    <p:sldId id="262" r:id="rId8"/>
    <p:sldId id="277" r:id="rId9"/>
    <p:sldId id="304"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3 - Sprint 1</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a:solidFill>
                  <a:srgbClr val="1A1A1A"/>
                </a:solidFill>
                <a:latin typeface="Inter"/>
                <a:ea typeface="Inter"/>
                <a:cs typeface="Inter ExtraBold"/>
                <a:sym typeface="Inter"/>
              </a:rPr>
              <a:t>Listas y funciones pre-definidas</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Hablemos un momento (:</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Actividad colaborativa</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Formateo de cadenas en listas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Funciones integradas</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3508623"/>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¿Cómo te has sentido esta primera semana?</a:t>
            </a:r>
            <a:endParaRPr sz="6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Conocer la indexación de las listas</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Formatear strings en listas</a:t>
            </a:r>
            <a:endParaRPr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Conocer funciones integradas en python</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Python básico</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Variables en todas partes, y en todos los lenguajes.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Manejo de strings, imaginemos una encuesta en línea, ¿Tendrías que manipular estos string?</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Slicing, ¿qué similitud encontraste en los datos presentados en listas?, ¿Luce similar a manejar lineas de una hoja de cálculo?</a:t>
            </a:r>
            <a:endParaRPr sz="2000" dirty="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indice tiene el primer elemento de una lista?</a:t>
            </a:r>
            <a:endParaRPr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¿Cómo resumirías el manejo o formateo de strings en listas?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Nombra alguna de las funciones </a:t>
            </a:r>
            <a:r>
              <a:rPr lang="es-CO" sz="1800"/>
              <a:t>integradas exploradas</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TotalTime>
  <Words>1627</Words>
  <Application>Microsoft Office PowerPoint</Application>
  <PresentationFormat>Presentación en pantalla (16:9)</PresentationFormat>
  <Paragraphs>170</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Inter</vt:lpstr>
      <vt:lpstr>Arial</vt:lpstr>
      <vt:lpstr>Inter ExtraBold</vt:lpstr>
      <vt:lpstr>Inter SemiBold</vt:lpstr>
      <vt:lpstr>Inter Medium</vt:lpstr>
      <vt:lpstr>Roboto Mono</vt:lpstr>
      <vt:lpstr>Simple Light</vt:lpstr>
      <vt:lpstr>Webinar 3 - Sprint 1 Listas y funciones pre-definidas</vt:lpstr>
      <vt:lpstr>Agenda</vt:lpstr>
      <vt:lpstr>Acuerdos</vt:lpstr>
      <vt:lpstr>¿Cómo te has sentido esta primera semana?</vt:lpstr>
      <vt:lpstr>Objetivo</vt:lpstr>
      <vt:lpstr>Recap</vt:lpstr>
      <vt:lpstr>Python básico</vt:lpstr>
      <vt:lpstr>Vamos a Jupyter!</vt:lpstr>
      <vt:lpstr>Hora de cerrar ):</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6</cp:revision>
  <dcterms:modified xsi:type="dcterms:W3CDTF">2025-07-24T03:16:43Z</dcterms:modified>
</cp:coreProperties>
</file>