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9144000" cy="5143500" type="screen16x9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Inter ExtraBold" panose="020B0604020202020204" charset="0"/>
      <p:bold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LJS/XmMya1Pi7X3C+AKbjMzDT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3096"/>
        <p:guide orient="horz" pos="1800"/>
        <p:guide orient="horz" pos="2044"/>
        <p:guide pos="5616"/>
        <p:guide pos="144"/>
        <p:guide pos="2022"/>
        <p:guide pos="3901"/>
        <p:guide orient="horz" pos="939"/>
        <p:guide pos="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(4 people)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>
            <a:spLocks noGrp="1"/>
          </p:cNvSpPr>
          <p:nvPr>
            <p:ph type="ctrTitle"/>
          </p:nvPr>
        </p:nvSpPr>
        <p:spPr>
          <a:xfrm>
            <a:off x="64001" y="638300"/>
            <a:ext cx="7595100" cy="409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5000" dirty="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Práctica para el proyecto</a:t>
            </a:r>
            <a:endParaRPr sz="5000" b="0" i="0" u="none" strike="noStrike" cap="none" dirty="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 b="0" i="0" u="none" strike="noStrike" cap="none" dirty="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 b="0" i="0" u="none" strike="noStrike" cap="none" dirty="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Bienvenidos a este emocionante curso de Python, donde aprenderán las habilidades fundamentales para convertirse en programadores exitosos</a:t>
            </a:r>
            <a:endParaRPr sz="5800" b="0" i="0" u="none" strike="noStrike" cap="none" dirty="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5950" y="1498800"/>
            <a:ext cx="2779800" cy="721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Revisión de teoría</a:t>
            </a:r>
            <a:endParaRPr sz="16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s-CO" sz="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Agrupación de datos</a:t>
            </a: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s-CO" sz="8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Exploración de datos</a:t>
            </a: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s-CO" sz="800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Graficar</a:t>
            </a:r>
            <a:endParaRPr sz="800" b="0" i="0" u="none" strike="noStrike" cap="none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6200" y="2869033"/>
            <a:ext cx="2779800" cy="721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Codificando juntos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4. Preguntas</a:t>
            </a:r>
            <a:endParaRPr sz="16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3352200" y="1996200"/>
            <a:ext cx="220650" cy="11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850" y="1943600"/>
            <a:ext cx="220650" cy="11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3352200" y="3372241"/>
            <a:ext cx="220650" cy="11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>
            <a:spLocks noGrp="1"/>
          </p:cNvSpPr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0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Codificando juntos</a:t>
            </a:r>
            <a:endParaRPr sz="40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1095375" y="2438452"/>
            <a:ext cx="30507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Carga de Datos</a:t>
            </a:r>
            <a:endParaRPr sz="1600" b="1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Realizar carga de datos. </a:t>
            </a:r>
            <a:endParaRPr sz="1200" b="0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1171575" y="3966245"/>
            <a:ext cx="29508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Valores nulos y duplicaos</a:t>
            </a:r>
            <a:endParaRPr sz="1600" b="1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Transformar y procesar valores nulos. </a:t>
            </a:r>
            <a:endParaRPr sz="1200" b="0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567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1329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/>
        </p:nvSpPr>
        <p:spPr>
          <a:xfrm>
            <a:off x="4894600" y="2438452"/>
            <a:ext cx="30507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Exploración de datos</a:t>
            </a:r>
            <a:endParaRPr sz="1600" b="1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 los métodos conocidos</a:t>
            </a:r>
            <a:r>
              <a:rPr lang="en" sz="12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b="0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4970800" y="3966245"/>
            <a:ext cx="29508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6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Agrupaciones y gráficas</a:t>
            </a:r>
            <a:endParaRPr sz="1600" b="1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Trabajas en la visualización de datos</a:t>
            </a:r>
            <a:endParaRPr sz="1200" b="0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0792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0554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0" i="0" u="none" strike="noStrike" cap="non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sz="4000" b="0" i="0" u="none" strike="noStrike" cap="non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sz="2000" b="0" i="0" u="none" strike="noStrike" cap="non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F6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sz="4800" b="0" i="0" u="none" strike="noStrike" cap="non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96" name="Google Shape;9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400" b="0" i="0" u="none" strike="noStrike" cap="non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sz="1400" b="0" i="0" u="none" strike="noStrike" cap="non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Presentación en pantalla (16:9)</PresentationFormat>
  <Paragraphs>24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Inter ExtraBold</vt:lpstr>
      <vt:lpstr>Inter</vt:lpstr>
      <vt:lpstr>Arial</vt:lpstr>
      <vt:lpstr>Simple Light</vt:lpstr>
      <vt:lpstr>Práctica para el proyecto   Bienvenidos a este emocionante curso de Python, donde aprenderán las habilidades fundamentales para convertirse en programadores exitosos</vt:lpstr>
      <vt:lpstr>Agenda para hoy</vt:lpstr>
      <vt:lpstr>Codificando juntos</vt:lpstr>
      <vt:lpstr>Presentación de PowerPoint</vt:lpstr>
      <vt:lpstr>¡Gracias      por acompañarnos!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Sebastian Araujo</dc:creator>
  <cp:lastModifiedBy>Leyton Jean Piere Castro</cp:lastModifiedBy>
  <cp:revision>1</cp:revision>
  <dcterms:modified xsi:type="dcterms:W3CDTF">2025-05-08T23:25:02Z</dcterms:modified>
</cp:coreProperties>
</file>