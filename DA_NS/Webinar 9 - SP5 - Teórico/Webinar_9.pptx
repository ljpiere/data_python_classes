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305" r:id="rId4"/>
    <p:sldId id="275" r:id="rId5"/>
    <p:sldId id="278" r:id="rId6"/>
    <p:sldId id="264" r:id="rId7"/>
    <p:sldId id="277" r:id="rId8"/>
    <p:sldId id="304" r:id="rId9"/>
    <p:sldId id="306" r:id="rId10"/>
    <p:sldId id="281" r:id="rId11"/>
    <p:sldId id="263" r:id="rId12"/>
    <p:sldId id="265" r:id="rId13"/>
    <p:sldId id="266" r:id="rId14"/>
    <p:sldId id="267" r:id="rId15"/>
    <p:sldId id="268" r:id="rId16"/>
    <p:sldId id="269" r:id="rId17"/>
    <p:sldId id="270" r:id="rId18"/>
    <p:sldId id="271" r:id="rId19"/>
    <p:sldId id="272" r:id="rId20"/>
    <p:sldId id="273" r:id="rId21"/>
    <p:sldId id="274"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8.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8.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39.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9 - Sprint 5</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ExtraBold"/>
                <a:sym typeface="Inter"/>
              </a:rPr>
              <a:t>Estadística con python</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Conceptos estadísticos básicos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Medidas de tendencia central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Pruebas de </a:t>
            </a:r>
            <a:r>
              <a:rPr lang="es-CO" sz="2400" dirty="0" err="1">
                <a:solidFill>
                  <a:srgbClr val="1A1A1A"/>
                </a:solidFill>
                <a:latin typeface="Inter"/>
                <a:ea typeface="Inter"/>
                <a:cs typeface="Inter"/>
                <a:sym typeface="Inter"/>
              </a:rPr>
              <a:t>hipotesis</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Establecer conceptos básicos de </a:t>
            </a:r>
            <a:r>
              <a:rPr lang="es-ES" sz="1800" dirty="0" err="1">
                <a:solidFill>
                  <a:srgbClr val="1A1A1A"/>
                </a:solidFill>
                <a:latin typeface="Inter Medium"/>
                <a:ea typeface="Inter Medium"/>
                <a:cs typeface="Inter Medium"/>
                <a:sym typeface="Inter Medium"/>
              </a:rPr>
              <a:t>estádística</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Entender el concepto de probabilidad</a:t>
            </a:r>
            <a:endParaRPr lang="es-ES"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r>
              <a:rPr lang="es-ES" sz="1800" dirty="0">
                <a:solidFill>
                  <a:srgbClr val="1A1A1A"/>
                </a:solidFill>
                <a:latin typeface="Inter Medium"/>
                <a:ea typeface="Inter Medium"/>
                <a:cs typeface="Inter Medium"/>
                <a:sym typeface="Inter Medium"/>
              </a:rPr>
              <a:t>Realizar pruebas de hipótesis</a:t>
            </a:r>
            <a:endParaRPr lang="es-ES"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¿Cuál es la utilidad de identificar nuestra distribución de datos?</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¿Por qué hacer una prueba de hipótesis?</a:t>
            </a:r>
            <a:endParaRPr lang="es-ES"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¿Qué entiendes por análisis estadístico de los datos?</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TotalTime>
  <Words>1571</Words>
  <Application>Microsoft Office PowerPoint</Application>
  <PresentationFormat>Presentación en pantalla (16:9)</PresentationFormat>
  <Paragraphs>166</Paragraphs>
  <Slides>46</Slides>
  <Notes>46</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Inter Medium</vt:lpstr>
      <vt:lpstr>Inter</vt:lpstr>
      <vt:lpstr>Inter ExtraBold</vt:lpstr>
      <vt:lpstr>Roboto Mono</vt:lpstr>
      <vt:lpstr>Inter SemiBold</vt:lpstr>
      <vt:lpstr>Arial</vt:lpstr>
      <vt:lpstr>Simple Light</vt:lpstr>
      <vt:lpstr>Webinar 9 - Sprint 5 Estadística con python</vt:lpstr>
      <vt:lpstr>Agenda</vt:lpstr>
      <vt:lpstr>Acuerdos</vt:lpstr>
      <vt:lpstr>Objetivo</vt:lpstr>
      <vt:lpstr>Midamos los ánimos</vt:lpstr>
      <vt:lpstr>Recap</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12</cp:revision>
  <dcterms:modified xsi:type="dcterms:W3CDTF">2025-05-15T22:01:52Z</dcterms:modified>
</cp:coreProperties>
</file>