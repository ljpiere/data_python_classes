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jeK1GgL7WsLGZnU+IyDMtRhVuq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96" orient="horz"/>
        <p:guide pos="1800" orient="horz"/>
        <p:guide pos="2044" orient="horz"/>
        <p:guide pos="5616"/>
        <p:guide pos="144"/>
        <p:guide pos="2022"/>
        <p:guide pos="3901"/>
        <p:guide pos="939" orient="horz"/>
        <p:guide pos="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InterExtraBold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6f97d20c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46f97d20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6f97d20c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46f97d20c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994d56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2994d56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64001" y="638300"/>
            <a:ext cx="75951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6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Python Básico (continuaci</a:t>
            </a:r>
            <a: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ón)</a:t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Bienvenidos a este emocionante curso de Python, donde aprenderán las habilidades fundamentales para convertirse en programadores exitosos</a:t>
            </a:r>
            <a:endParaRPr b="0" i="0" sz="5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46f97d20c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46f97d20c3_0_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g346f97d20c3_0_0"/>
          <p:cNvSpPr/>
          <p:nvPr/>
        </p:nvSpPr>
        <p:spPr>
          <a:xfrm>
            <a:off x="505950" y="1498800"/>
            <a:ext cx="2779800" cy="934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Revisión de teoría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Diccionarios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g346f97d20c3_0_0"/>
          <p:cNvSpPr/>
          <p:nvPr/>
        </p:nvSpPr>
        <p:spPr>
          <a:xfrm>
            <a:off x="535100" y="2919833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Codificando juntos + Quiz!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g346f97d20c3_0_0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Preguntas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" name="Google Shape;44;g346f97d20c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g346f97d20c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9110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46f97d20c3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46f97d20c3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61950" y="3307575"/>
            <a:ext cx="220650" cy="11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346f97d20c3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46f97d20c3_0_36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" name="Google Shape;54;g346f97d20c3_0_36"/>
          <p:cNvSpPr/>
          <p:nvPr/>
        </p:nvSpPr>
        <p:spPr>
          <a:xfrm>
            <a:off x="505950" y="1498800"/>
            <a:ext cx="4663500" cy="11478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Escribir y ejecutar código en Jupyter Notebook (Colab)</a:t>
            </a:r>
            <a:r>
              <a:rPr lang="en" sz="1100">
                <a:solidFill>
                  <a:schemeClr val="dk1"/>
                </a:solidFill>
              </a:rPr>
              <a:t> aplicando diccionarios, funciones y manipulación de datos con Pandas, a través de ejercicios prácticos y preguntas teóricas.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g346f97d20c3_0_36"/>
          <p:cNvSpPr/>
          <p:nvPr/>
        </p:nvSpPr>
        <p:spPr>
          <a:xfrm>
            <a:off x="535100" y="2919825"/>
            <a:ext cx="4663500" cy="12813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Participar en una sesión de codificación colaborativa</a:t>
            </a:r>
            <a:r>
              <a:rPr lang="en" sz="1100">
                <a:solidFill>
                  <a:schemeClr val="dk1"/>
                </a:solidFill>
              </a:rPr>
              <a:t> para resolver ejercicios en Python de manera estructurada y guiada, completando al menos dos ejercicios en Colab, aplicando diccionarios, funciones y Pandas de forma práctica y activa. 🚀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g346f97d20c3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46f97d20c3_0_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60750" y="2026175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46f97d20c3_0_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Diccionarios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diccionarios son una estructura especial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que permite almacenar y manipular diferentes tipos de datos en Python.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Un diccionario 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almacena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pares de </a:t>
            </a:r>
            <a:r>
              <a:rPr b="1" i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clave: valor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 Permite acceder a los valores de forma rápida usando su clave en lugar de una posición numérica, como en las listas.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Diccionarios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Clave : Valor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 un diccionario de Python, los datos se organizan en pares clave: valor. </a:t>
            </a: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Clave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: Es única y actúa como un identificador (como un nombre en una agenda). </a:t>
            </a: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Valor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: Es la información asociada a esa clave (como el número de teléfono en la agenda).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Mutabilidad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diccionarios son mutables, no ordenados en versiones anteriores a Python 3.7, y permiten claves únicas.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4" y="1643103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4498" y="1643105"/>
            <a:ext cx="406490" cy="57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8009" y="1643104"/>
            <a:ext cx="406490" cy="57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Funciones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28600" y="1993375"/>
            <a:ext cx="2722200" cy="29217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Funciones: una definición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Una función en Python es un bloque de código reutilizable que realiza una tarea específica. Permite organizar mejor el código, evitar repeticiones y hacerlo más legible.</a:t>
            </a:r>
            <a:endParaRPr b="0" i="0" sz="12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9550" y="1993375"/>
            <a:ext cx="2724900" cy="29217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Características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Para crear una función se debe usar la cláusula </a:t>
            </a:r>
            <a:r>
              <a:rPr i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 Allí es donde se asigna el nombre de la función. Luego detallan los parámetros de entrada (puede no haber ninguno). La función 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También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puede devolver un resultado con </a:t>
            </a:r>
            <a:r>
              <a:rPr i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return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(opcional).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193200" y="1993375"/>
            <a:ext cx="2724900" cy="29040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</a:t>
            </a:r>
            <a:endParaRPr b="1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Una 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función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se ejecuta cuando se llama por su nombre.</a:t>
            </a:r>
            <a:endParaRPr b="0" i="0" sz="2400" u="none" cap="none" strike="noStrike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1E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2994d56a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1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2994d56a0f_0_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 Pandas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" name="Google Shape;86;g32994d56a0f_0_0"/>
          <p:cNvSpPr/>
          <p:nvPr/>
        </p:nvSpPr>
        <p:spPr>
          <a:xfrm>
            <a:off x="228600" y="1490700"/>
            <a:ext cx="4302300" cy="1491600"/>
          </a:xfrm>
          <a:prstGeom prst="roundRect">
            <a:avLst>
              <a:gd fmla="val 1121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 una librería de Python usada para la manipulación y análisis de datos. Brinda estructuras tales como DataFrame para trabajar con datos de forma eficiente.</a:t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g32994d56a0f_0_0"/>
          <p:cNvSpPr/>
          <p:nvPr/>
        </p:nvSpPr>
        <p:spPr>
          <a:xfrm>
            <a:off x="4638450" y="1490700"/>
            <a:ext cx="4277100" cy="1491600"/>
          </a:xfrm>
          <a:prstGeom prst="roundRect">
            <a:avLst>
              <a:gd fmla="val 1205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Carga de Archivos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Pandas permite cargar archivos CSV, Excel, TXT y más para poder analizar su contenido. 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2994d56a0f_0_0"/>
          <p:cNvSpPr/>
          <p:nvPr/>
        </p:nvSpPr>
        <p:spPr>
          <a:xfrm>
            <a:off x="228600" y="3150575"/>
            <a:ext cx="4302300" cy="1764300"/>
          </a:xfrm>
          <a:prstGeom prst="roundRect">
            <a:avLst>
              <a:gd fmla="val 105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DataFrames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Los DataFrames son la estructura básica para trabajar con datos. Es lo más parecido a una hoja de Excel que veremos. 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2994d56a0f_0_0"/>
          <p:cNvSpPr/>
          <p:nvPr/>
        </p:nvSpPr>
        <p:spPr>
          <a:xfrm>
            <a:off x="4638400" y="3150575"/>
            <a:ext cx="4277100" cy="1764300"/>
          </a:xfrm>
          <a:prstGeom prst="roundRect">
            <a:avLst>
              <a:gd fmla="val 909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Análisis de Datos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Pandas es la librería por excelencia a la hora de pensar en analizar datos en Python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Codificando juntos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095375" y="2438450"/>
            <a:ext cx="3321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Diccionarios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Crear y actualizar diccionarios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171575" y="3966245"/>
            <a:ext cx="2950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Introducción a las funcionalidades de Pandas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67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1329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4894600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Funciones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Definir y usar funciones básicas.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4970800" y="3966245"/>
            <a:ext cx="2950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Análisis de Datos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Almacenar, modificar y operar con 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conjuntos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de datos para su a</a:t>
            </a:r>
            <a:r>
              <a:rPr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nálisis</a:t>
            </a:r>
            <a:r>
              <a:rPr b="0" i="0" lang="en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792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554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b="0" i="0" sz="4000" u="none" cap="none" strike="noStrik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b="0" i="0" sz="2000" u="none" cap="none" strike="noStrik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b="0" i="0" sz="4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Sebastian Araujo</dc:creator>
</cp:coreProperties>
</file>