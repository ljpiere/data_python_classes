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5" r:id="rId5"/>
    <p:sldId id="278" r:id="rId6"/>
    <p:sldId id="264" r:id="rId7"/>
    <p:sldId id="277" r:id="rId8"/>
    <p:sldId id="304" r:id="rId9"/>
    <p:sldId id="306"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10 - Sprint 5</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Proyecto sprint 5</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Conceptos estadísticos básicos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teórica del proyecto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código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Recordar conceptos de estadística</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Revisar de forma teórica el proyecto</a:t>
            </a:r>
            <a:endParaRPr lang="es-ES"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r>
              <a:rPr lang="es-ES" sz="1800" dirty="0">
                <a:solidFill>
                  <a:srgbClr val="1A1A1A"/>
                </a:solidFill>
                <a:latin typeface="Inter Medium"/>
                <a:ea typeface="Inter Medium"/>
                <a:cs typeface="Inter Medium"/>
                <a:sym typeface="Inter Medium"/>
              </a:rPr>
              <a:t>Resolver ejercicios de dificultad media</a:t>
            </a:r>
            <a:endParaRPr lang="es-ES"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¿Qué análisis estadístico crees que pudimos realizar?</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¿Por qué hacer una prueba de hipótesis?</a:t>
            </a:r>
            <a:endParaRPr lang="es-ES"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Menciona algo nuevo que te lleves de la sesión de hoy</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1571</Words>
  <Application>Microsoft Office PowerPoint</Application>
  <PresentationFormat>Presentación en pantalla (16:9)</PresentationFormat>
  <Paragraphs>166</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Arial</vt:lpstr>
      <vt:lpstr>Inter ExtraBold</vt:lpstr>
      <vt:lpstr>Inter Medium</vt:lpstr>
      <vt:lpstr>Inter</vt:lpstr>
      <vt:lpstr>Roboto Mono</vt:lpstr>
      <vt:lpstr>Inter SemiBold</vt:lpstr>
      <vt:lpstr>Simple Light</vt:lpstr>
      <vt:lpstr>Webinar 10 - Sprint 5 Proyecto sprint 5</vt:lpstr>
      <vt:lpstr>Agenda</vt:lpstr>
      <vt:lpstr>Acuerdos</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13</cp:revision>
  <dcterms:modified xsi:type="dcterms:W3CDTF">2025-05-22T16:24:31Z</dcterms:modified>
</cp:coreProperties>
</file>